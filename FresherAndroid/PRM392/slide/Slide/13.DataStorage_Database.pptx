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 id="2147483672" r:id="rId2"/>
    <p:sldMasterId id="2147483674" r:id="rId3"/>
  </p:sldMasterIdLst>
  <p:notesMasterIdLst>
    <p:notesMasterId r:id="rId51"/>
  </p:notesMasterIdLst>
  <p:sldIdLst>
    <p:sldId id="256" r:id="rId4"/>
    <p:sldId id="272" r:id="rId5"/>
    <p:sldId id="274" r:id="rId6"/>
    <p:sldId id="259" r:id="rId7"/>
    <p:sldId id="260" r:id="rId8"/>
    <p:sldId id="261" r:id="rId9"/>
    <p:sldId id="275" r:id="rId10"/>
    <p:sldId id="276" r:id="rId11"/>
    <p:sldId id="277" r:id="rId12"/>
    <p:sldId id="278" r:id="rId13"/>
    <p:sldId id="279" r:id="rId14"/>
    <p:sldId id="280" r:id="rId15"/>
    <p:sldId id="282" r:id="rId16"/>
    <p:sldId id="281" r:id="rId17"/>
    <p:sldId id="283" r:id="rId18"/>
    <p:sldId id="284" r:id="rId19"/>
    <p:sldId id="311" r:id="rId20"/>
    <p:sldId id="285" r:id="rId21"/>
    <p:sldId id="286" r:id="rId22"/>
    <p:sldId id="287" r:id="rId23"/>
    <p:sldId id="269" r:id="rId24"/>
    <p:sldId id="270" r:id="rId25"/>
    <p:sldId id="271" r:id="rId26"/>
    <p:sldId id="288" r:id="rId27"/>
    <p:sldId id="289" r:id="rId28"/>
    <p:sldId id="290" r:id="rId29"/>
    <p:sldId id="291" r:id="rId30"/>
    <p:sldId id="292" r:id="rId31"/>
    <p:sldId id="293" r:id="rId32"/>
    <p:sldId id="294" r:id="rId33"/>
    <p:sldId id="298" r:id="rId34"/>
    <p:sldId id="299" r:id="rId35"/>
    <p:sldId id="295" r:id="rId36"/>
    <p:sldId id="296" r:id="rId37"/>
    <p:sldId id="297" r:id="rId38"/>
    <p:sldId id="300" r:id="rId39"/>
    <p:sldId id="301" r:id="rId40"/>
    <p:sldId id="302" r:id="rId41"/>
    <p:sldId id="303" r:id="rId42"/>
    <p:sldId id="304" r:id="rId43"/>
    <p:sldId id="305" r:id="rId44"/>
    <p:sldId id="306" r:id="rId45"/>
    <p:sldId id="307" r:id="rId46"/>
    <p:sldId id="308" r:id="rId47"/>
    <p:sldId id="309" r:id="rId48"/>
    <p:sldId id="310" r:id="rId49"/>
    <p:sldId id="273" r:id="rId5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3"/>
  </p:normalViewPr>
  <p:slideViewPr>
    <p:cSldViewPr snapToGrid="0">
      <p:cViewPr varScale="1">
        <p:scale>
          <a:sx n="138" d="100"/>
          <a:sy n="138" d="100"/>
        </p:scale>
        <p:origin x="300"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Shape 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0" name="Shape 70"/>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6" name="Shape 76"/>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Shape 8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3" name="Shape 83"/>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63f39cfbd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63f39cfbd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169897128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169897128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18b5adf108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18b5adf108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18b5adf108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18b5adf108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63f39cfbd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163f39cfbd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8b5adf108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8b5adf108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18b5adf108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18b5adf108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63f39cfbd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163f39cfbd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163f39cfbd_0_4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163f39cfbd_0_4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63f39cfbd_0_4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163f39cfbd_0_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2060774"/>
            <a:ext cx="6667500" cy="30827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 name="Picture 1"/>
          <p:cNvPicPr>
            <a:picLocks noChangeAspect="1" noChangeArrowheads="1"/>
          </p:cNvPicPr>
          <p:nvPr/>
        </p:nvPicPr>
        <p:blipFill rotWithShape="1">
          <a:blip r:embed="rId3">
            <a:extLst>
              <a:ext uri="{28A0092B-C50C-407E-A947-70E740481C1C}">
                <a14:useLocalDpi xmlns:a14="http://schemas.microsoft.com/office/drawing/2010/main" val="0"/>
              </a:ext>
            </a:extLst>
          </a:blip>
          <a:srcRect l="32808" t="-1287"/>
          <a:stretch/>
        </p:blipFill>
        <p:spPr bwMode="auto">
          <a:xfrm>
            <a:off x="419945" y="107156"/>
            <a:ext cx="2601352" cy="7024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2714627" y="2381251"/>
            <a:ext cx="6296025" cy="1370774"/>
          </a:xfrm>
        </p:spPr>
        <p:txBody>
          <a:bodyPr>
            <a:normAutofit/>
          </a:bodyPr>
          <a:lstStyle>
            <a:lvl1pPr>
              <a:defRPr sz="340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2714625" y="3857625"/>
            <a:ext cx="6305550" cy="742950"/>
          </a:xfrm>
        </p:spPr>
        <p:txBody>
          <a:bodyPr/>
          <a:lstStyle>
            <a:lvl1pPr marL="0" indent="0" algn="ctr">
              <a:buNone/>
              <a:defRPr>
                <a:solidFill>
                  <a:schemeClr val="bg1"/>
                </a:solidFill>
              </a:defRPr>
            </a:lvl1pPr>
            <a:lvl2pPr marL="457166" indent="0" algn="ctr">
              <a:buNone/>
              <a:defRPr>
                <a:solidFill>
                  <a:schemeClr val="tx1">
                    <a:tint val="75000"/>
                  </a:schemeClr>
                </a:solidFill>
              </a:defRPr>
            </a:lvl2pPr>
            <a:lvl3pPr marL="914331" indent="0" algn="ctr">
              <a:buNone/>
              <a:defRPr>
                <a:solidFill>
                  <a:schemeClr val="tx1">
                    <a:tint val="75000"/>
                  </a:schemeClr>
                </a:solidFill>
              </a:defRPr>
            </a:lvl3pPr>
            <a:lvl4pPr marL="1371498" indent="0" algn="ctr">
              <a:buNone/>
              <a:defRPr>
                <a:solidFill>
                  <a:schemeClr val="tx1">
                    <a:tint val="75000"/>
                  </a:schemeClr>
                </a:solidFill>
              </a:defRPr>
            </a:lvl4pPr>
            <a:lvl5pPr marL="1828664" indent="0" algn="ctr">
              <a:buNone/>
              <a:defRPr>
                <a:solidFill>
                  <a:schemeClr val="tx1">
                    <a:tint val="75000"/>
                  </a:schemeClr>
                </a:solidFill>
              </a:defRPr>
            </a:lvl5pPr>
            <a:lvl6pPr marL="2285829" indent="0" algn="ctr">
              <a:buNone/>
              <a:defRPr>
                <a:solidFill>
                  <a:schemeClr val="tx1">
                    <a:tint val="75000"/>
                  </a:schemeClr>
                </a:solidFill>
              </a:defRPr>
            </a:lvl6pPr>
            <a:lvl7pPr marL="2742995" indent="0" algn="ctr">
              <a:buNone/>
              <a:defRPr>
                <a:solidFill>
                  <a:schemeClr val="tx1">
                    <a:tint val="75000"/>
                  </a:schemeClr>
                </a:solidFill>
              </a:defRPr>
            </a:lvl7pPr>
            <a:lvl8pPr marL="3200160" indent="0" algn="ctr">
              <a:buNone/>
              <a:defRPr>
                <a:solidFill>
                  <a:schemeClr val="tx1">
                    <a:tint val="75000"/>
                  </a:schemeClr>
                </a:solidFill>
              </a:defRPr>
            </a:lvl8pPr>
            <a:lvl9pPr marL="3657326" indent="0" algn="ctr">
              <a:buNone/>
              <a:defRPr>
                <a:solidFill>
                  <a:schemeClr val="tx1">
                    <a:tint val="75000"/>
                  </a:schemeClr>
                </a:solidFill>
              </a:defRPr>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lvl1pPr>
          </a:lstStyle>
          <a:p>
            <a:fld id="{D9AE6C21-4921-42CA-A488-618B657BE078}" type="datetimeFigureOut">
              <a:rPr lang="en-US" smtClean="0"/>
              <a:t>11/13/2025</a:t>
            </a:fld>
            <a:endParaRPr lang="en-US"/>
          </a:p>
        </p:txBody>
      </p:sp>
      <p:sp>
        <p:nvSpPr>
          <p:cNvPr id="7" name="Footer Placeholder 4"/>
          <p:cNvSpPr>
            <a:spLocks noGrp="1"/>
          </p:cNvSpPr>
          <p:nvPr>
            <p:ph type="ftr" sz="quarter" idx="11"/>
          </p:nvPr>
        </p:nvSpPr>
        <p:spPr/>
        <p:txBody>
          <a:bodyPr/>
          <a:lstStyle>
            <a:lvl1pPr>
              <a:defRPr u="sng"/>
            </a:lvl1pPr>
          </a:lstStyle>
          <a:p>
            <a:endParaRPr lang="en-US"/>
          </a:p>
        </p:txBody>
      </p:sp>
      <p:sp>
        <p:nvSpPr>
          <p:cNvPr id="8" name="Slide Number Placeholder 5"/>
          <p:cNvSpPr>
            <a:spLocks noGrp="1"/>
          </p:cNvSpPr>
          <p:nvPr>
            <p:ph type="sldNum" sz="quarter" idx="12"/>
          </p:nvPr>
        </p:nvSpPr>
        <p:spPr/>
        <p:txBody>
          <a:bodyPr/>
          <a:lstStyle>
            <a:lvl1pPr>
              <a:defRPr/>
            </a:lvl1pPr>
          </a:lstStyle>
          <a:p>
            <a:pPr marL="0" lvl="0" indent="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51666684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6250" y="381000"/>
            <a:ext cx="8229600" cy="613877"/>
          </a:xfrm>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spcBef>
                <a:spcPts val="450"/>
              </a:spcBef>
              <a:spcAft>
                <a:spcPts val="450"/>
              </a:spcAft>
              <a:defRPr>
                <a:latin typeface="Times New Roman" panose="02020603050405020304" pitchFamily="18" charset="0"/>
                <a:cs typeface="Times New Roman" panose="02020603050405020304" pitchFamily="18" charset="0"/>
              </a:defRPr>
            </a:lvl1pPr>
            <a:lvl2pPr>
              <a:spcBef>
                <a:spcPts val="450"/>
              </a:spcBef>
              <a:spcAft>
                <a:spcPts val="450"/>
              </a:spcAft>
              <a:defRPr>
                <a:latin typeface="Times New Roman" panose="02020603050405020304" pitchFamily="18" charset="0"/>
                <a:cs typeface="Times New Roman" panose="02020603050405020304" pitchFamily="18" charset="0"/>
              </a:defRPr>
            </a:lvl2pPr>
            <a:lvl3pPr>
              <a:spcBef>
                <a:spcPts val="450"/>
              </a:spcBef>
              <a:spcAft>
                <a:spcPts val="450"/>
              </a:spcAft>
              <a:defRPr>
                <a:latin typeface="Times New Roman" panose="02020603050405020304" pitchFamily="18" charset="0"/>
                <a:cs typeface="Times New Roman" panose="02020603050405020304" pitchFamily="18" charset="0"/>
              </a:defRPr>
            </a:lvl3pPr>
            <a:lvl4pPr>
              <a:spcBef>
                <a:spcPts val="450"/>
              </a:spcBef>
              <a:spcAft>
                <a:spcPts val="450"/>
              </a:spcAft>
              <a:defRPr>
                <a:latin typeface="Times New Roman" panose="02020603050405020304" pitchFamily="18" charset="0"/>
                <a:cs typeface="Times New Roman" panose="02020603050405020304" pitchFamily="18" charset="0"/>
              </a:defRPr>
            </a:lvl4pPr>
            <a:lvl5pPr>
              <a:spcBef>
                <a:spcPts val="450"/>
              </a:spcBef>
              <a:spcAft>
                <a:spcPts val="450"/>
              </a:spcAft>
              <a:defRPr>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fld id="{D9AE6C21-4921-42CA-A488-618B657BE078}" type="datetimeFigureOut">
              <a:rPr lang="en-US" smtClean="0"/>
              <a:t>11/13/2025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pPr marL="0" lvl="0" indent="0">
              <a:spcBef>
                <a:spcPts val="0"/>
              </a:spcBef>
              <a:spcAft>
                <a:spcPts val="0"/>
              </a:spcAft>
              <a:buNone/>
            </a:pPr>
            <a:fld id="{00000000-1234-1234-1234-123412341234}" type="slidenum">
              <a:rPr lang="en-GB" smtClean="0"/>
              <a:t>‹#›</a:t>
            </a:fld>
            <a:endParaRPr lang="en-GB"/>
          </a:p>
        </p:txBody>
      </p:sp>
      <p:pic>
        <p:nvPicPr>
          <p:cNvPr id="8" name="Picture 1">
            <a:extLst>
              <a:ext uri="{FF2B5EF4-FFF2-40B4-BE49-F238E27FC236}">
                <a16:creationId xmlns:a16="http://schemas.microsoft.com/office/drawing/2014/main" id="{067FA993-77E6-CD85-58E1-EAA4B4595377}"/>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32073" t="4715"/>
          <a:stretch/>
        </p:blipFill>
        <p:spPr bwMode="auto">
          <a:xfrm>
            <a:off x="16187" y="66696"/>
            <a:ext cx="1233363" cy="310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51275584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spcBef>
                <a:spcPts val="450"/>
              </a:spcBef>
              <a:spcAft>
                <a:spcPts val="450"/>
              </a:spcAft>
              <a:defRPr sz="2800">
                <a:latin typeface="Times New Roman" panose="02020603050405020304" pitchFamily="18" charset="0"/>
                <a:cs typeface="Times New Roman" panose="02020603050405020304" pitchFamily="18" charset="0"/>
              </a:defRPr>
            </a:lvl1pPr>
            <a:lvl2pPr>
              <a:spcBef>
                <a:spcPts val="450"/>
              </a:spcBef>
              <a:spcAft>
                <a:spcPts val="450"/>
              </a:spcAft>
              <a:defRPr sz="2400">
                <a:latin typeface="Times New Roman" panose="02020603050405020304" pitchFamily="18" charset="0"/>
                <a:cs typeface="Times New Roman" panose="02020603050405020304" pitchFamily="18" charset="0"/>
              </a:defRPr>
            </a:lvl2pPr>
            <a:lvl3pPr>
              <a:spcBef>
                <a:spcPts val="450"/>
              </a:spcBef>
              <a:spcAft>
                <a:spcPts val="450"/>
              </a:spcAft>
              <a:defRPr sz="2000">
                <a:latin typeface="Times New Roman" panose="02020603050405020304" pitchFamily="18" charset="0"/>
                <a:cs typeface="Times New Roman" panose="02020603050405020304" pitchFamily="18" charset="0"/>
              </a:defRPr>
            </a:lvl3pPr>
            <a:lvl4pPr>
              <a:spcBef>
                <a:spcPts val="450"/>
              </a:spcBef>
              <a:spcAft>
                <a:spcPts val="450"/>
              </a:spcAft>
              <a:defRPr sz="1800">
                <a:latin typeface="Times New Roman" panose="02020603050405020304" pitchFamily="18" charset="0"/>
                <a:cs typeface="Times New Roman" panose="02020603050405020304" pitchFamily="18" charset="0"/>
              </a:defRPr>
            </a:lvl4pPr>
            <a:lvl5pPr>
              <a:spcBef>
                <a:spcPts val="450"/>
              </a:spcBef>
              <a:spcAft>
                <a:spcPts val="450"/>
              </a:spcAft>
              <a:defRPr sz="1800">
                <a:latin typeface="Times New Roman" panose="02020603050405020304" pitchFamily="18" charset="0"/>
                <a:cs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spcBef>
                <a:spcPts val="450"/>
              </a:spcBef>
              <a:spcAft>
                <a:spcPts val="450"/>
              </a:spcAft>
              <a:defRPr sz="2800">
                <a:latin typeface="Times New Roman" panose="02020603050405020304" pitchFamily="18" charset="0"/>
                <a:cs typeface="Times New Roman" panose="02020603050405020304" pitchFamily="18" charset="0"/>
              </a:defRPr>
            </a:lvl1pPr>
            <a:lvl2pPr>
              <a:spcBef>
                <a:spcPts val="450"/>
              </a:spcBef>
              <a:spcAft>
                <a:spcPts val="450"/>
              </a:spcAft>
              <a:defRPr sz="2400">
                <a:latin typeface="Times New Roman" panose="02020603050405020304" pitchFamily="18" charset="0"/>
                <a:cs typeface="Times New Roman" panose="02020603050405020304" pitchFamily="18" charset="0"/>
              </a:defRPr>
            </a:lvl2pPr>
            <a:lvl3pPr>
              <a:spcBef>
                <a:spcPts val="450"/>
              </a:spcBef>
              <a:spcAft>
                <a:spcPts val="450"/>
              </a:spcAft>
              <a:defRPr sz="2000">
                <a:latin typeface="Times New Roman" panose="02020603050405020304" pitchFamily="18" charset="0"/>
                <a:cs typeface="Times New Roman" panose="02020603050405020304" pitchFamily="18" charset="0"/>
              </a:defRPr>
            </a:lvl3pPr>
            <a:lvl4pPr>
              <a:spcBef>
                <a:spcPts val="450"/>
              </a:spcBef>
              <a:spcAft>
                <a:spcPts val="450"/>
              </a:spcAft>
              <a:defRPr sz="1800">
                <a:latin typeface="Times New Roman" panose="02020603050405020304" pitchFamily="18" charset="0"/>
                <a:cs typeface="Times New Roman" panose="02020603050405020304" pitchFamily="18" charset="0"/>
              </a:defRPr>
            </a:lvl4pPr>
            <a:lvl5pPr>
              <a:spcBef>
                <a:spcPts val="450"/>
              </a:spcBef>
              <a:spcAft>
                <a:spcPts val="450"/>
              </a:spcAft>
              <a:defRPr sz="1800">
                <a:latin typeface="Times New Roman" panose="02020603050405020304" pitchFamily="18" charset="0"/>
                <a:cs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fld id="{D9AE6C21-4921-42CA-A488-618B657BE078}" type="datetimeFigureOut">
              <a:rPr lang="en-US" smtClean="0"/>
              <a:t>11/13/2025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pPr marL="0" lvl="0" indent="0">
              <a:spcBef>
                <a:spcPts val="0"/>
              </a:spcBef>
              <a:spcAft>
                <a:spcPts val="0"/>
              </a:spcAft>
              <a:buNone/>
            </a:pPr>
            <a:fld id="{00000000-1234-1234-1234-123412341234}" type="slidenum">
              <a:rPr lang="en-GB" smtClean="0"/>
              <a:t>‹#›</a:t>
            </a:fld>
            <a:endParaRPr lang="en-GB"/>
          </a:p>
        </p:txBody>
      </p:sp>
      <p:pic>
        <p:nvPicPr>
          <p:cNvPr id="8" name="Picture 1">
            <a:extLst>
              <a:ext uri="{FF2B5EF4-FFF2-40B4-BE49-F238E27FC236}">
                <a16:creationId xmlns:a16="http://schemas.microsoft.com/office/drawing/2014/main" id="{6394D9BE-C7E6-1FD7-EF5F-5FAABF7464E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32073" t="4715"/>
          <a:stretch/>
        </p:blipFill>
        <p:spPr bwMode="auto">
          <a:xfrm>
            <a:off x="16187" y="66696"/>
            <a:ext cx="1233363" cy="310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46616010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atin typeface="Times New Roman" panose="02020603050405020304" pitchFamily="18" charset="0"/>
                <a:cs typeface="Times New Roman" panose="02020603050405020304" pitchFamily="18" charset="0"/>
              </a:defRPr>
            </a:lvl1pPr>
            <a:lvl2pPr marL="457166" indent="0">
              <a:buNone/>
              <a:defRPr sz="2000" b="1"/>
            </a:lvl2pPr>
            <a:lvl3pPr marL="914331" indent="0">
              <a:buNone/>
              <a:defRPr sz="1800" b="1"/>
            </a:lvl3pPr>
            <a:lvl4pPr marL="1371498" indent="0">
              <a:buNone/>
              <a:defRPr sz="1600" b="1"/>
            </a:lvl4pPr>
            <a:lvl5pPr marL="1828664" indent="0">
              <a:buNone/>
              <a:defRPr sz="1600" b="1"/>
            </a:lvl5pPr>
            <a:lvl6pPr marL="2285829" indent="0">
              <a:buNone/>
              <a:defRPr sz="1600" b="1"/>
            </a:lvl6pPr>
            <a:lvl7pPr marL="2742995" indent="0">
              <a:buNone/>
              <a:defRPr sz="1600" b="1"/>
            </a:lvl7pPr>
            <a:lvl8pPr marL="3200160" indent="0">
              <a:buNone/>
              <a:defRPr sz="1600" b="1"/>
            </a:lvl8pPr>
            <a:lvl9pPr marL="3657326"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spcBef>
                <a:spcPts val="450"/>
              </a:spcBef>
              <a:spcAft>
                <a:spcPts val="450"/>
              </a:spcAft>
              <a:defRPr sz="2400">
                <a:latin typeface="Times New Roman" panose="02020603050405020304" pitchFamily="18" charset="0"/>
                <a:cs typeface="Times New Roman" panose="02020603050405020304" pitchFamily="18" charset="0"/>
              </a:defRPr>
            </a:lvl1pPr>
            <a:lvl2pPr>
              <a:spcBef>
                <a:spcPts val="450"/>
              </a:spcBef>
              <a:spcAft>
                <a:spcPts val="450"/>
              </a:spcAft>
              <a:defRPr sz="2000">
                <a:latin typeface="Times New Roman" panose="02020603050405020304" pitchFamily="18" charset="0"/>
                <a:cs typeface="Times New Roman" panose="02020603050405020304" pitchFamily="18" charset="0"/>
              </a:defRPr>
            </a:lvl2pPr>
            <a:lvl3pPr>
              <a:spcBef>
                <a:spcPts val="450"/>
              </a:spcBef>
              <a:spcAft>
                <a:spcPts val="450"/>
              </a:spcAft>
              <a:defRPr sz="1800">
                <a:latin typeface="Times New Roman" panose="02020603050405020304" pitchFamily="18" charset="0"/>
                <a:cs typeface="Times New Roman" panose="02020603050405020304" pitchFamily="18" charset="0"/>
              </a:defRPr>
            </a:lvl3pPr>
            <a:lvl4pPr>
              <a:spcBef>
                <a:spcPts val="450"/>
              </a:spcBef>
              <a:spcAft>
                <a:spcPts val="450"/>
              </a:spcAft>
              <a:defRPr sz="1600">
                <a:latin typeface="Times New Roman" panose="02020603050405020304" pitchFamily="18" charset="0"/>
                <a:cs typeface="Times New Roman" panose="02020603050405020304" pitchFamily="18" charset="0"/>
              </a:defRPr>
            </a:lvl4pPr>
            <a:lvl5pPr>
              <a:spcBef>
                <a:spcPts val="450"/>
              </a:spcBef>
              <a:spcAft>
                <a:spcPts val="450"/>
              </a:spcAft>
              <a:defRPr sz="1600">
                <a:latin typeface="Times New Roman" panose="02020603050405020304" pitchFamily="18" charset="0"/>
                <a:cs typeface="Times New Roman" panose="02020603050405020304" pitchFamily="18"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atin typeface="Times New Roman" panose="02020603050405020304" pitchFamily="18" charset="0"/>
                <a:cs typeface="Times New Roman" panose="02020603050405020304" pitchFamily="18" charset="0"/>
              </a:defRPr>
            </a:lvl1pPr>
            <a:lvl2pPr marL="457166" indent="0">
              <a:buNone/>
              <a:defRPr sz="2000" b="1"/>
            </a:lvl2pPr>
            <a:lvl3pPr marL="914331" indent="0">
              <a:buNone/>
              <a:defRPr sz="1800" b="1"/>
            </a:lvl3pPr>
            <a:lvl4pPr marL="1371498" indent="0">
              <a:buNone/>
              <a:defRPr sz="1600" b="1"/>
            </a:lvl4pPr>
            <a:lvl5pPr marL="1828664" indent="0">
              <a:buNone/>
              <a:defRPr sz="1600" b="1"/>
            </a:lvl5pPr>
            <a:lvl6pPr marL="2285829" indent="0">
              <a:buNone/>
              <a:defRPr sz="1600" b="1"/>
            </a:lvl6pPr>
            <a:lvl7pPr marL="2742995" indent="0">
              <a:buNone/>
              <a:defRPr sz="1600" b="1"/>
            </a:lvl7pPr>
            <a:lvl8pPr marL="3200160" indent="0">
              <a:buNone/>
              <a:defRPr sz="1600" b="1"/>
            </a:lvl8pPr>
            <a:lvl9pPr marL="365732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2400">
                <a:latin typeface="Times New Roman" panose="02020603050405020304" pitchFamily="18" charset="0"/>
                <a:cs typeface="Times New Roman" panose="02020603050405020304" pitchFamily="18" charset="0"/>
              </a:defRPr>
            </a:lvl1pPr>
            <a:lvl2pPr>
              <a:spcBef>
                <a:spcPts val="450"/>
              </a:spcBef>
              <a:spcAft>
                <a:spcPts val="450"/>
              </a:spcAft>
              <a:defRPr sz="2000"/>
            </a:lvl2pPr>
            <a:lvl3pPr>
              <a:spcBef>
                <a:spcPts val="450"/>
              </a:spcBef>
              <a:spcAft>
                <a:spcPts val="450"/>
              </a:spcAft>
              <a:defRPr sz="1800"/>
            </a:lvl3pPr>
            <a:lvl4pPr>
              <a:spcBef>
                <a:spcPts val="450"/>
              </a:spcBef>
              <a:spcAft>
                <a:spcPts val="450"/>
              </a:spcAft>
              <a:defRPr sz="1600"/>
            </a:lvl4pPr>
            <a:lvl5pPr>
              <a:spcBef>
                <a:spcPts val="450"/>
              </a:spcBef>
              <a:spcAft>
                <a:spcPts val="450"/>
              </a:spcAft>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fld id="{D9AE6C21-4921-42CA-A488-618B657BE078}" type="datetimeFigureOut">
              <a:rPr lang="en-US" smtClean="0"/>
              <a:t>11/13/2025</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pPr marL="0" lvl="0" indent="0">
              <a:spcBef>
                <a:spcPts val="0"/>
              </a:spcBef>
              <a:spcAft>
                <a:spcPts val="0"/>
              </a:spcAft>
              <a:buNone/>
            </a:pPr>
            <a:fld id="{00000000-1234-1234-1234-123412341234}" type="slidenum">
              <a:rPr lang="en-GB" smtClean="0"/>
              <a:t>‹#›</a:t>
            </a:fld>
            <a:endParaRPr lang="en-GB"/>
          </a:p>
        </p:txBody>
      </p:sp>
      <p:pic>
        <p:nvPicPr>
          <p:cNvPr id="10" name="Picture 1">
            <a:extLst>
              <a:ext uri="{FF2B5EF4-FFF2-40B4-BE49-F238E27FC236}">
                <a16:creationId xmlns:a16="http://schemas.microsoft.com/office/drawing/2014/main" id="{3B40993C-C375-01AB-AC70-CAC4508D2C85}"/>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32073" t="4715"/>
          <a:stretch/>
        </p:blipFill>
        <p:spPr bwMode="auto">
          <a:xfrm>
            <a:off x="16187" y="66696"/>
            <a:ext cx="1233363" cy="310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66451008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fld id="{D9AE6C21-4921-42CA-A488-618B657BE078}" type="datetimeFigureOut">
              <a:rPr lang="en-US" smtClean="0"/>
              <a:t>11/13/2025</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pPr marL="0" lvl="0" indent="0">
              <a:spcBef>
                <a:spcPts val="0"/>
              </a:spcBef>
              <a:spcAft>
                <a:spcPts val="0"/>
              </a:spcAft>
              <a:buNone/>
            </a:pPr>
            <a:fld id="{00000000-1234-1234-1234-123412341234}" type="slidenum">
              <a:rPr lang="en-GB" smtClean="0"/>
              <a:t>‹#›</a:t>
            </a:fld>
            <a:endParaRPr lang="en-GB"/>
          </a:p>
        </p:txBody>
      </p:sp>
      <p:pic>
        <p:nvPicPr>
          <p:cNvPr id="6" name="Picture 1">
            <a:extLst>
              <a:ext uri="{FF2B5EF4-FFF2-40B4-BE49-F238E27FC236}">
                <a16:creationId xmlns:a16="http://schemas.microsoft.com/office/drawing/2014/main" id="{3B9E9CE8-5C83-5FF8-228B-AF84E0376ACE}"/>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32073" t="4715"/>
          <a:stretch/>
        </p:blipFill>
        <p:spPr bwMode="auto">
          <a:xfrm>
            <a:off x="16187" y="66696"/>
            <a:ext cx="1233363" cy="310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77457087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D9AE6C21-4921-42CA-A488-618B657BE078}" type="datetimeFigureOut">
              <a:rPr lang="en-US" smtClean="0"/>
              <a:t>11/13/2025</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pPr marL="0" lvl="0" indent="0">
              <a:spcBef>
                <a:spcPts val="0"/>
              </a:spcBef>
              <a:spcAft>
                <a:spcPts val="0"/>
              </a:spcAft>
              <a:buNone/>
            </a:pPr>
            <a:fld id="{00000000-1234-1234-1234-123412341234}" type="slidenum">
              <a:rPr lang="en-GB" smtClean="0"/>
              <a:t>‹#›</a:t>
            </a:fld>
            <a:endParaRPr lang="en-GB"/>
          </a:p>
        </p:txBody>
      </p:sp>
      <p:pic>
        <p:nvPicPr>
          <p:cNvPr id="5" name="Picture 1">
            <a:extLst>
              <a:ext uri="{FF2B5EF4-FFF2-40B4-BE49-F238E27FC236}">
                <a16:creationId xmlns:a16="http://schemas.microsoft.com/office/drawing/2014/main" id="{4D08D230-D364-7E5E-24A0-879ED19EF040}"/>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32073" t="4715"/>
          <a:stretch/>
        </p:blipFill>
        <p:spPr bwMode="auto">
          <a:xfrm>
            <a:off x="16187" y="66696"/>
            <a:ext cx="1233363" cy="310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05117569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7"/>
            <a:ext cx="3008313" cy="871538"/>
          </a:xfrm>
        </p:spPr>
        <p:txBody>
          <a:bodyPr anchor="b"/>
          <a:lstStyle>
            <a:lvl1pPr algn="l">
              <a:defRPr sz="2000" b="1">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a:xfrm>
            <a:off x="3575050" y="204789"/>
            <a:ext cx="5111750" cy="4389835"/>
          </a:xfrm>
        </p:spPr>
        <p:txBody>
          <a:bodyPr/>
          <a:lstStyle>
            <a:lvl1pPr>
              <a:defRPr sz="3200">
                <a:latin typeface="Times New Roman" panose="02020603050405020304" pitchFamily="18" charset="0"/>
                <a:cs typeface="Times New Roman" panose="02020603050405020304" pitchFamily="18" charset="0"/>
              </a:defRPr>
            </a:lvl1pPr>
            <a:lvl2pPr>
              <a:spcBef>
                <a:spcPts val="450"/>
              </a:spcBef>
              <a:spcAft>
                <a:spcPts val="450"/>
              </a:spcAft>
              <a:defRPr sz="2800">
                <a:latin typeface="Times New Roman" panose="02020603050405020304" pitchFamily="18" charset="0"/>
                <a:cs typeface="Times New Roman" panose="02020603050405020304" pitchFamily="18" charset="0"/>
              </a:defRPr>
            </a:lvl2pPr>
            <a:lvl3pPr>
              <a:spcBef>
                <a:spcPts val="450"/>
              </a:spcBef>
              <a:spcAft>
                <a:spcPts val="450"/>
              </a:spcAft>
              <a:defRPr sz="2400">
                <a:latin typeface="Times New Roman" panose="02020603050405020304" pitchFamily="18" charset="0"/>
                <a:cs typeface="Times New Roman" panose="02020603050405020304" pitchFamily="18" charset="0"/>
              </a:defRPr>
            </a:lvl3pPr>
            <a:lvl4pPr>
              <a:spcBef>
                <a:spcPts val="450"/>
              </a:spcBef>
              <a:spcAft>
                <a:spcPts val="450"/>
              </a:spcAft>
              <a:defRPr sz="2000">
                <a:latin typeface="Times New Roman" panose="02020603050405020304" pitchFamily="18" charset="0"/>
                <a:cs typeface="Times New Roman" panose="02020603050405020304" pitchFamily="18" charset="0"/>
              </a:defRPr>
            </a:lvl4pPr>
            <a:lvl5pPr>
              <a:spcBef>
                <a:spcPts val="450"/>
              </a:spcBef>
              <a:spcAft>
                <a:spcPts val="450"/>
              </a:spcAft>
              <a:defRPr sz="2000">
                <a:latin typeface="Times New Roman" panose="02020603050405020304" pitchFamily="18" charset="0"/>
                <a:cs typeface="Times New Roman" panose="02020603050405020304" pitchFamily="18"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2" y="1076327"/>
            <a:ext cx="3008313" cy="3518297"/>
          </a:xfrm>
        </p:spPr>
        <p:txBody>
          <a:bodyPr/>
          <a:lstStyle>
            <a:lvl1pPr marL="0" indent="0">
              <a:buNone/>
              <a:defRPr sz="1400"/>
            </a:lvl1pPr>
            <a:lvl2pPr marL="457166" indent="0">
              <a:buNone/>
              <a:defRPr sz="1200"/>
            </a:lvl2pPr>
            <a:lvl3pPr marL="914331" indent="0">
              <a:buNone/>
              <a:defRPr sz="1000"/>
            </a:lvl3pPr>
            <a:lvl4pPr marL="1371498" indent="0">
              <a:buNone/>
              <a:defRPr sz="900"/>
            </a:lvl4pPr>
            <a:lvl5pPr marL="1828664" indent="0">
              <a:buNone/>
              <a:defRPr sz="900"/>
            </a:lvl5pPr>
            <a:lvl6pPr marL="2285829" indent="0">
              <a:buNone/>
              <a:defRPr sz="900"/>
            </a:lvl6pPr>
            <a:lvl7pPr marL="2742995" indent="0">
              <a:buNone/>
              <a:defRPr sz="900"/>
            </a:lvl7pPr>
            <a:lvl8pPr marL="3200160" indent="0">
              <a:buNone/>
              <a:defRPr sz="900"/>
            </a:lvl8pPr>
            <a:lvl9pPr marL="3657326"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9AE6C21-4921-42CA-A488-618B657BE078}" type="datetimeFigureOut">
              <a:rPr lang="en-US" smtClean="0"/>
              <a:t>11/13/2025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pPr marL="0" lvl="0" indent="0">
              <a:spcBef>
                <a:spcPts val="0"/>
              </a:spcBef>
              <a:spcAft>
                <a:spcPts val="0"/>
              </a:spcAft>
              <a:buNone/>
            </a:pPr>
            <a:fld id="{00000000-1234-1234-1234-123412341234}" type="slidenum">
              <a:rPr lang="en-GB" smtClean="0"/>
              <a:t>‹#›</a:t>
            </a:fld>
            <a:endParaRPr lang="en-GB"/>
          </a:p>
        </p:txBody>
      </p:sp>
      <p:pic>
        <p:nvPicPr>
          <p:cNvPr id="8" name="Picture 1">
            <a:extLst>
              <a:ext uri="{FF2B5EF4-FFF2-40B4-BE49-F238E27FC236}">
                <a16:creationId xmlns:a16="http://schemas.microsoft.com/office/drawing/2014/main" id="{870CCD6B-4BEA-7C55-565A-C6440E2AAF0C}"/>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32073" t="4715"/>
          <a:stretch/>
        </p:blipFill>
        <p:spPr bwMode="auto">
          <a:xfrm>
            <a:off x="16187" y="66696"/>
            <a:ext cx="1233363" cy="310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73887160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166" indent="0">
              <a:buNone/>
              <a:defRPr sz="2800"/>
            </a:lvl2pPr>
            <a:lvl3pPr marL="914331" indent="0">
              <a:buNone/>
              <a:defRPr sz="2400"/>
            </a:lvl3pPr>
            <a:lvl4pPr marL="1371498" indent="0">
              <a:buNone/>
              <a:defRPr sz="2000"/>
            </a:lvl4pPr>
            <a:lvl5pPr marL="1828664" indent="0">
              <a:buNone/>
              <a:defRPr sz="2000"/>
            </a:lvl5pPr>
            <a:lvl6pPr marL="2285829" indent="0">
              <a:buNone/>
              <a:defRPr sz="2000"/>
            </a:lvl6pPr>
            <a:lvl7pPr marL="2742995" indent="0">
              <a:buNone/>
              <a:defRPr sz="2000"/>
            </a:lvl7pPr>
            <a:lvl8pPr marL="3200160" indent="0">
              <a:buNone/>
              <a:defRPr sz="2000"/>
            </a:lvl8pPr>
            <a:lvl9pPr marL="3657326"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166" indent="0">
              <a:buNone/>
              <a:defRPr sz="1200"/>
            </a:lvl2pPr>
            <a:lvl3pPr marL="914331" indent="0">
              <a:buNone/>
              <a:defRPr sz="1000"/>
            </a:lvl3pPr>
            <a:lvl4pPr marL="1371498" indent="0">
              <a:buNone/>
              <a:defRPr sz="900"/>
            </a:lvl4pPr>
            <a:lvl5pPr marL="1828664" indent="0">
              <a:buNone/>
              <a:defRPr sz="900"/>
            </a:lvl5pPr>
            <a:lvl6pPr marL="2285829" indent="0">
              <a:buNone/>
              <a:defRPr sz="900"/>
            </a:lvl6pPr>
            <a:lvl7pPr marL="2742995" indent="0">
              <a:buNone/>
              <a:defRPr sz="900"/>
            </a:lvl7pPr>
            <a:lvl8pPr marL="3200160" indent="0">
              <a:buNone/>
              <a:defRPr sz="900"/>
            </a:lvl8pPr>
            <a:lvl9pPr marL="3657326"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9AE6C21-4921-42CA-A488-618B657BE078}" type="datetimeFigureOut">
              <a:rPr lang="en-US" smtClean="0"/>
              <a:t>11/13/2025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pPr marL="0" lvl="0" indent="0">
              <a:spcBef>
                <a:spcPts val="0"/>
              </a:spcBef>
              <a:spcAft>
                <a:spcPts val="0"/>
              </a:spcAft>
              <a:buNone/>
            </a:pPr>
            <a:fld id="{00000000-1234-1234-1234-123412341234}" type="slidenum">
              <a:rPr lang="en-GB" smtClean="0"/>
              <a:t>‹#›</a:t>
            </a:fld>
            <a:endParaRPr lang="en-GB"/>
          </a:p>
        </p:txBody>
      </p:sp>
      <p:pic>
        <p:nvPicPr>
          <p:cNvPr id="8" name="Picture 1">
            <a:extLst>
              <a:ext uri="{FF2B5EF4-FFF2-40B4-BE49-F238E27FC236}">
                <a16:creationId xmlns:a16="http://schemas.microsoft.com/office/drawing/2014/main" id="{6B8D6398-9A24-E2CA-29A5-58F45B305795}"/>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32073" t="4715"/>
          <a:stretch/>
        </p:blipFill>
        <p:spPr bwMode="auto">
          <a:xfrm>
            <a:off x="16187" y="66696"/>
            <a:ext cx="1233363" cy="310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89085287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D9AE6C21-4921-42CA-A488-618B657BE078}" type="datetimeFigureOut">
              <a:rPr lang="en-US" smtClean="0"/>
              <a:t>11/13/2025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pPr marL="0" lvl="0" indent="0">
              <a:spcBef>
                <a:spcPts val="0"/>
              </a:spcBef>
              <a:spcAft>
                <a:spcPts val="0"/>
              </a:spcAft>
              <a:buNone/>
            </a:pPr>
            <a:fld id="{00000000-1234-1234-1234-123412341234}" type="slidenum">
              <a:rPr lang="en-GB" smtClean="0"/>
              <a:t>‹#›</a:t>
            </a:fld>
            <a:endParaRPr lang="en-GB"/>
          </a:p>
        </p:txBody>
      </p:sp>
      <p:pic>
        <p:nvPicPr>
          <p:cNvPr id="7" name="Picture 1">
            <a:extLst>
              <a:ext uri="{FF2B5EF4-FFF2-40B4-BE49-F238E27FC236}">
                <a16:creationId xmlns:a16="http://schemas.microsoft.com/office/drawing/2014/main" id="{6C7C73ED-4E8D-427D-8D40-CC5CAA2FAF38}"/>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32073" t="4715"/>
          <a:stretch/>
        </p:blipFill>
        <p:spPr bwMode="auto">
          <a:xfrm>
            <a:off x="16187" y="66696"/>
            <a:ext cx="1233363" cy="310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7794696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D9AE6C21-4921-42CA-A488-618B657BE078}" type="datetimeFigureOut">
              <a:rPr lang="en-US" smtClean="0"/>
              <a:t>11/13/2025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pPr marL="0" lvl="0" indent="0">
              <a:spcBef>
                <a:spcPts val="0"/>
              </a:spcBef>
              <a:spcAft>
                <a:spcPts val="0"/>
              </a:spcAft>
              <a:buNone/>
            </a:pPr>
            <a:fld id="{00000000-1234-1234-1234-123412341234}" type="slidenum">
              <a:rPr lang="en-GB" smtClean="0"/>
              <a:t>‹#›</a:t>
            </a:fld>
            <a:endParaRPr lang="en-GB"/>
          </a:p>
        </p:txBody>
      </p:sp>
      <p:pic>
        <p:nvPicPr>
          <p:cNvPr id="7" name="Picture 1">
            <a:extLst>
              <a:ext uri="{FF2B5EF4-FFF2-40B4-BE49-F238E27FC236}">
                <a16:creationId xmlns:a16="http://schemas.microsoft.com/office/drawing/2014/main" id="{E184AF15-3664-6C58-F18D-B7D793EB4DD6}"/>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32073" t="4715"/>
          <a:stretch/>
        </p:blipFill>
        <p:spPr bwMode="auto">
          <a:xfrm>
            <a:off x="16187" y="66696"/>
            <a:ext cx="1233363" cy="310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48822293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Shape 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Shape 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t>‹#›</a:t>
            </a:fld>
            <a:endParaRPr/>
          </a:p>
        </p:txBody>
      </p:sp>
      <p:pic>
        <p:nvPicPr>
          <p:cNvPr id="2" name="Picture 1">
            <a:extLst>
              <a:ext uri="{FF2B5EF4-FFF2-40B4-BE49-F238E27FC236}">
                <a16:creationId xmlns:a16="http://schemas.microsoft.com/office/drawing/2014/main" id="{96FFBF39-1FC8-492D-1B47-69F46EA70FE8}"/>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32073" t="4715"/>
          <a:stretch/>
        </p:blipFill>
        <p:spPr bwMode="auto">
          <a:xfrm>
            <a:off x="16187" y="66696"/>
            <a:ext cx="1233363" cy="310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7570904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2060774"/>
            <a:ext cx="6667500" cy="30827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98" y="116087"/>
            <a:ext cx="3871516" cy="6935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2714627" y="2381251"/>
            <a:ext cx="6296025" cy="1370774"/>
          </a:xfrm>
        </p:spPr>
        <p:txBody>
          <a:bodyPr>
            <a:normAutofit/>
          </a:bodyPr>
          <a:lstStyle>
            <a:lvl1pPr>
              <a:defRPr sz="3400"/>
            </a:lvl1pPr>
          </a:lstStyle>
          <a:p>
            <a:r>
              <a:rPr lang="en-US"/>
              <a:t>Click to edit Master title style</a:t>
            </a:r>
            <a:endParaRPr lang="en-US" dirty="0"/>
          </a:p>
        </p:txBody>
      </p:sp>
      <p:sp>
        <p:nvSpPr>
          <p:cNvPr id="3" name="Subtitle 2"/>
          <p:cNvSpPr>
            <a:spLocks noGrp="1"/>
          </p:cNvSpPr>
          <p:nvPr>
            <p:ph type="subTitle" idx="1"/>
          </p:nvPr>
        </p:nvSpPr>
        <p:spPr>
          <a:xfrm>
            <a:off x="2714625" y="3857625"/>
            <a:ext cx="6305550" cy="742950"/>
          </a:xfrm>
        </p:spPr>
        <p:txBody>
          <a:bodyPr/>
          <a:lstStyle>
            <a:lvl1pPr marL="0" indent="0" algn="ctr">
              <a:buNone/>
              <a:defRPr>
                <a:solidFill>
                  <a:schemeClr val="bg1"/>
                </a:solidFill>
              </a:defRPr>
            </a:lvl1pPr>
            <a:lvl2pPr marL="457166" indent="0" algn="ctr">
              <a:buNone/>
              <a:defRPr>
                <a:solidFill>
                  <a:schemeClr val="tx1">
                    <a:tint val="75000"/>
                  </a:schemeClr>
                </a:solidFill>
              </a:defRPr>
            </a:lvl2pPr>
            <a:lvl3pPr marL="914331" indent="0" algn="ctr">
              <a:buNone/>
              <a:defRPr>
                <a:solidFill>
                  <a:schemeClr val="tx1">
                    <a:tint val="75000"/>
                  </a:schemeClr>
                </a:solidFill>
              </a:defRPr>
            </a:lvl3pPr>
            <a:lvl4pPr marL="1371498" indent="0" algn="ctr">
              <a:buNone/>
              <a:defRPr>
                <a:solidFill>
                  <a:schemeClr val="tx1">
                    <a:tint val="75000"/>
                  </a:schemeClr>
                </a:solidFill>
              </a:defRPr>
            </a:lvl4pPr>
            <a:lvl5pPr marL="1828664" indent="0" algn="ctr">
              <a:buNone/>
              <a:defRPr>
                <a:solidFill>
                  <a:schemeClr val="tx1">
                    <a:tint val="75000"/>
                  </a:schemeClr>
                </a:solidFill>
              </a:defRPr>
            </a:lvl5pPr>
            <a:lvl6pPr marL="2285829" indent="0" algn="ctr">
              <a:buNone/>
              <a:defRPr>
                <a:solidFill>
                  <a:schemeClr val="tx1">
                    <a:tint val="75000"/>
                  </a:schemeClr>
                </a:solidFill>
              </a:defRPr>
            </a:lvl6pPr>
            <a:lvl7pPr marL="2742995" indent="0" algn="ctr">
              <a:buNone/>
              <a:defRPr>
                <a:solidFill>
                  <a:schemeClr val="tx1">
                    <a:tint val="75000"/>
                  </a:schemeClr>
                </a:solidFill>
              </a:defRPr>
            </a:lvl7pPr>
            <a:lvl8pPr marL="3200160" indent="0" algn="ctr">
              <a:buNone/>
              <a:defRPr>
                <a:solidFill>
                  <a:schemeClr val="tx1">
                    <a:tint val="75000"/>
                  </a:schemeClr>
                </a:solidFill>
              </a:defRPr>
            </a:lvl8pPr>
            <a:lvl9pPr marL="3657326" indent="0" algn="ctr">
              <a:buNone/>
              <a:defRPr>
                <a:solidFill>
                  <a:schemeClr val="tx1">
                    <a:tint val="75000"/>
                  </a:schemeClr>
                </a:solidFill>
              </a:defRPr>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lvl1pPr>
          </a:lstStyle>
          <a:p>
            <a:pPr defTabSz="914378"/>
            <a:fld id="{C1A00B59-F77B-4143-9908-A4016BE5E31F}" type="datetimeFigureOut">
              <a:rPr lang="vi-VN" smtClean="0"/>
              <a:pPr defTabSz="914378"/>
              <a:t>13/11/2025</a:t>
            </a:fld>
            <a:endParaRPr lang="vi-VN"/>
          </a:p>
        </p:txBody>
      </p:sp>
      <p:sp>
        <p:nvSpPr>
          <p:cNvPr id="7" name="Footer Placeholder 4"/>
          <p:cNvSpPr>
            <a:spLocks noGrp="1"/>
          </p:cNvSpPr>
          <p:nvPr>
            <p:ph type="ftr" sz="quarter" idx="11"/>
          </p:nvPr>
        </p:nvSpPr>
        <p:spPr/>
        <p:txBody>
          <a:bodyPr/>
          <a:lstStyle>
            <a:lvl1pPr>
              <a:defRPr u="sng"/>
            </a:lvl1pPr>
          </a:lstStyle>
          <a:p>
            <a:endParaRPr lang="vi-VN">
              <a:solidFill>
                <a:prstClr val="black">
                  <a:tint val="75000"/>
                </a:prstClr>
              </a:solidFill>
            </a:endParaRPr>
          </a:p>
        </p:txBody>
      </p:sp>
      <p:sp>
        <p:nvSpPr>
          <p:cNvPr id="8" name="Slide Number Placeholder 5"/>
          <p:cNvSpPr>
            <a:spLocks noGrp="1"/>
          </p:cNvSpPr>
          <p:nvPr>
            <p:ph type="sldNum" sz="quarter" idx="12"/>
          </p:nvPr>
        </p:nvSpPr>
        <p:spPr/>
        <p:txBody>
          <a:bodyPr/>
          <a:lstStyle>
            <a:lvl1pPr>
              <a:defRPr/>
            </a:lvl1pPr>
          </a:lstStyle>
          <a:p>
            <a:pPr defTabSz="914378"/>
            <a:fld id="{9E5EFB50-D8E2-4F7C-99D3-711EF45CF3D6}" type="slidenum">
              <a:rPr lang="vi-VN" smtClean="0"/>
              <a:pPr defTabSz="914378"/>
              <a:t>‹#›</a:t>
            </a:fld>
            <a:endParaRPr lang="vi-VN"/>
          </a:p>
        </p:txBody>
      </p:sp>
    </p:spTree>
    <p:extLst>
      <p:ext uri="{BB962C8B-B14F-4D97-AF65-F5344CB8AC3E}">
        <p14:creationId xmlns:p14="http://schemas.microsoft.com/office/powerpoint/2010/main" val="2941936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2060774"/>
            <a:ext cx="6667500" cy="30827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98" y="116087"/>
            <a:ext cx="3871516" cy="6935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2714627" y="2381251"/>
            <a:ext cx="6296025" cy="1370774"/>
          </a:xfrm>
        </p:spPr>
        <p:txBody>
          <a:bodyPr>
            <a:normAutofit/>
          </a:bodyPr>
          <a:lstStyle>
            <a:lvl1pPr>
              <a:defRPr sz="3400"/>
            </a:lvl1pPr>
          </a:lstStyle>
          <a:p>
            <a:r>
              <a:rPr lang="en-US"/>
              <a:t>Click to edit Master title style</a:t>
            </a:r>
            <a:endParaRPr lang="en-US" dirty="0"/>
          </a:p>
        </p:txBody>
      </p:sp>
      <p:sp>
        <p:nvSpPr>
          <p:cNvPr id="3" name="Subtitle 2"/>
          <p:cNvSpPr>
            <a:spLocks noGrp="1"/>
          </p:cNvSpPr>
          <p:nvPr>
            <p:ph type="subTitle" idx="1"/>
          </p:nvPr>
        </p:nvSpPr>
        <p:spPr>
          <a:xfrm>
            <a:off x="2714625" y="3857625"/>
            <a:ext cx="6305550" cy="742950"/>
          </a:xfrm>
        </p:spPr>
        <p:txBody>
          <a:bodyPr/>
          <a:lstStyle>
            <a:lvl1pPr marL="0" indent="0" algn="ctr">
              <a:buNone/>
              <a:defRPr>
                <a:solidFill>
                  <a:schemeClr val="bg1"/>
                </a:solidFill>
              </a:defRPr>
            </a:lvl1pPr>
            <a:lvl2pPr marL="457166" indent="0" algn="ctr">
              <a:buNone/>
              <a:defRPr>
                <a:solidFill>
                  <a:schemeClr val="tx1">
                    <a:tint val="75000"/>
                  </a:schemeClr>
                </a:solidFill>
              </a:defRPr>
            </a:lvl2pPr>
            <a:lvl3pPr marL="914331" indent="0" algn="ctr">
              <a:buNone/>
              <a:defRPr>
                <a:solidFill>
                  <a:schemeClr val="tx1">
                    <a:tint val="75000"/>
                  </a:schemeClr>
                </a:solidFill>
              </a:defRPr>
            </a:lvl3pPr>
            <a:lvl4pPr marL="1371498" indent="0" algn="ctr">
              <a:buNone/>
              <a:defRPr>
                <a:solidFill>
                  <a:schemeClr val="tx1">
                    <a:tint val="75000"/>
                  </a:schemeClr>
                </a:solidFill>
              </a:defRPr>
            </a:lvl4pPr>
            <a:lvl5pPr marL="1828664" indent="0" algn="ctr">
              <a:buNone/>
              <a:defRPr>
                <a:solidFill>
                  <a:schemeClr val="tx1">
                    <a:tint val="75000"/>
                  </a:schemeClr>
                </a:solidFill>
              </a:defRPr>
            </a:lvl5pPr>
            <a:lvl6pPr marL="2285829" indent="0" algn="ctr">
              <a:buNone/>
              <a:defRPr>
                <a:solidFill>
                  <a:schemeClr val="tx1">
                    <a:tint val="75000"/>
                  </a:schemeClr>
                </a:solidFill>
              </a:defRPr>
            </a:lvl6pPr>
            <a:lvl7pPr marL="2742995" indent="0" algn="ctr">
              <a:buNone/>
              <a:defRPr>
                <a:solidFill>
                  <a:schemeClr val="tx1">
                    <a:tint val="75000"/>
                  </a:schemeClr>
                </a:solidFill>
              </a:defRPr>
            </a:lvl7pPr>
            <a:lvl8pPr marL="3200160" indent="0" algn="ctr">
              <a:buNone/>
              <a:defRPr>
                <a:solidFill>
                  <a:schemeClr val="tx1">
                    <a:tint val="75000"/>
                  </a:schemeClr>
                </a:solidFill>
              </a:defRPr>
            </a:lvl8pPr>
            <a:lvl9pPr marL="3657326" indent="0" algn="ctr">
              <a:buNone/>
              <a:defRPr>
                <a:solidFill>
                  <a:schemeClr val="tx1">
                    <a:tint val="75000"/>
                  </a:schemeClr>
                </a:solidFill>
              </a:defRPr>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lvl1pPr>
          </a:lstStyle>
          <a:p>
            <a:pPr defTabSz="914378"/>
            <a:fld id="{C1A00B59-F77B-4143-9908-A4016BE5E31F}" type="datetimeFigureOut">
              <a:rPr lang="vi-VN" smtClean="0"/>
              <a:pPr defTabSz="914378"/>
              <a:t>13/11/2025</a:t>
            </a:fld>
            <a:endParaRPr lang="vi-VN"/>
          </a:p>
        </p:txBody>
      </p:sp>
      <p:sp>
        <p:nvSpPr>
          <p:cNvPr id="7" name="Footer Placeholder 4"/>
          <p:cNvSpPr>
            <a:spLocks noGrp="1"/>
          </p:cNvSpPr>
          <p:nvPr>
            <p:ph type="ftr" sz="quarter" idx="11"/>
          </p:nvPr>
        </p:nvSpPr>
        <p:spPr/>
        <p:txBody>
          <a:bodyPr/>
          <a:lstStyle>
            <a:lvl1pPr>
              <a:defRPr u="sng"/>
            </a:lvl1pPr>
          </a:lstStyle>
          <a:p>
            <a:endParaRPr lang="vi-VN">
              <a:solidFill>
                <a:prstClr val="black">
                  <a:tint val="75000"/>
                </a:prstClr>
              </a:solidFill>
            </a:endParaRPr>
          </a:p>
        </p:txBody>
      </p:sp>
      <p:sp>
        <p:nvSpPr>
          <p:cNvPr id="8" name="Slide Number Placeholder 5"/>
          <p:cNvSpPr>
            <a:spLocks noGrp="1"/>
          </p:cNvSpPr>
          <p:nvPr>
            <p:ph type="sldNum" sz="quarter" idx="12"/>
          </p:nvPr>
        </p:nvSpPr>
        <p:spPr/>
        <p:txBody>
          <a:bodyPr/>
          <a:lstStyle>
            <a:lvl1pPr>
              <a:defRPr/>
            </a:lvl1pPr>
          </a:lstStyle>
          <a:p>
            <a:pPr defTabSz="914378"/>
            <a:fld id="{9E5EFB50-D8E2-4F7C-99D3-711EF45CF3D6}" type="slidenum">
              <a:rPr lang="vi-VN" smtClean="0"/>
              <a:pPr defTabSz="914378"/>
              <a:t>‹#›</a:t>
            </a:fld>
            <a:endParaRPr lang="vi-VN"/>
          </a:p>
        </p:txBody>
      </p:sp>
    </p:spTree>
    <p:extLst>
      <p:ext uri="{BB962C8B-B14F-4D97-AF65-F5344CB8AC3E}">
        <p14:creationId xmlns:p14="http://schemas.microsoft.com/office/powerpoint/2010/main" val="19798603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99" y="116088"/>
            <a:ext cx="1815703" cy="325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title"/>
          </p:nvPr>
        </p:nvSpPr>
        <p:spPr>
          <a:xfrm>
            <a:off x="476250" y="381000"/>
            <a:ext cx="8229600" cy="613877"/>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defTabSz="914378"/>
            <a:fld id="{C1A00B59-F77B-4143-9908-A4016BE5E31F}" type="datetimeFigureOut">
              <a:rPr lang="vi-VN" smtClean="0"/>
              <a:pPr defTabSz="914378"/>
              <a:t>13/11/2025</a:t>
            </a:fld>
            <a:endParaRPr lang="vi-VN"/>
          </a:p>
        </p:txBody>
      </p:sp>
      <p:sp>
        <p:nvSpPr>
          <p:cNvPr id="6" name="Footer Placeholder 4"/>
          <p:cNvSpPr>
            <a:spLocks noGrp="1"/>
          </p:cNvSpPr>
          <p:nvPr>
            <p:ph type="ftr" sz="quarter" idx="11"/>
          </p:nvPr>
        </p:nvSpPr>
        <p:spPr/>
        <p:txBody>
          <a:bodyPr/>
          <a:lstStyle>
            <a:lvl1pPr>
              <a:defRPr/>
            </a:lvl1pPr>
          </a:lstStyle>
          <a:p>
            <a:endParaRPr lang="vi-VN">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defTabSz="914378"/>
            <a:fld id="{9E5EFB50-D8E2-4F7C-99D3-711EF45CF3D6}" type="slidenum">
              <a:rPr lang="vi-VN" smtClean="0"/>
              <a:pPr defTabSz="914378"/>
              <a:t>‹#›</a:t>
            </a:fld>
            <a:endParaRPr lang="vi-VN"/>
          </a:p>
        </p:txBody>
      </p:sp>
    </p:spTree>
    <p:extLst>
      <p:ext uri="{BB962C8B-B14F-4D97-AF65-F5344CB8AC3E}">
        <p14:creationId xmlns:p14="http://schemas.microsoft.com/office/powerpoint/2010/main" val="38074815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defTabSz="914378"/>
            <a:fld id="{C1A00B59-F77B-4143-9908-A4016BE5E31F}" type="datetimeFigureOut">
              <a:rPr lang="vi-VN" smtClean="0"/>
              <a:pPr defTabSz="914378"/>
              <a:t>13/11/2025</a:t>
            </a:fld>
            <a:endParaRPr lang="vi-VN"/>
          </a:p>
        </p:txBody>
      </p:sp>
      <p:sp>
        <p:nvSpPr>
          <p:cNvPr id="6" name="Footer Placeholder 4"/>
          <p:cNvSpPr>
            <a:spLocks noGrp="1"/>
          </p:cNvSpPr>
          <p:nvPr>
            <p:ph type="ftr" sz="quarter" idx="11"/>
          </p:nvPr>
        </p:nvSpPr>
        <p:spPr/>
        <p:txBody>
          <a:bodyPr/>
          <a:lstStyle>
            <a:lvl1pPr>
              <a:defRPr/>
            </a:lvl1pPr>
          </a:lstStyle>
          <a:p>
            <a:endParaRPr lang="vi-VN">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defTabSz="914378"/>
            <a:fld id="{9E5EFB50-D8E2-4F7C-99D3-711EF45CF3D6}" type="slidenum">
              <a:rPr lang="vi-VN" smtClean="0"/>
              <a:pPr defTabSz="914378"/>
              <a:t>‹#›</a:t>
            </a:fld>
            <a:endParaRPr lang="vi-VN"/>
          </a:p>
        </p:txBody>
      </p:sp>
    </p:spTree>
    <p:extLst>
      <p:ext uri="{BB962C8B-B14F-4D97-AF65-F5344CB8AC3E}">
        <p14:creationId xmlns:p14="http://schemas.microsoft.com/office/powerpoint/2010/main" val="28662619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166" indent="0">
              <a:buNone/>
              <a:defRPr sz="2000" b="1"/>
            </a:lvl2pPr>
            <a:lvl3pPr marL="914331" indent="0">
              <a:buNone/>
              <a:defRPr sz="1800" b="1"/>
            </a:lvl3pPr>
            <a:lvl4pPr marL="1371498" indent="0">
              <a:buNone/>
              <a:defRPr sz="1600" b="1"/>
            </a:lvl4pPr>
            <a:lvl5pPr marL="1828664" indent="0">
              <a:buNone/>
              <a:defRPr sz="1600" b="1"/>
            </a:lvl5pPr>
            <a:lvl6pPr marL="2285829" indent="0">
              <a:buNone/>
              <a:defRPr sz="1600" b="1"/>
            </a:lvl6pPr>
            <a:lvl7pPr marL="2742995" indent="0">
              <a:buNone/>
              <a:defRPr sz="1600" b="1"/>
            </a:lvl7pPr>
            <a:lvl8pPr marL="3200160" indent="0">
              <a:buNone/>
              <a:defRPr sz="1600" b="1"/>
            </a:lvl8pPr>
            <a:lvl9pPr marL="3657326"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166" indent="0">
              <a:buNone/>
              <a:defRPr sz="2000" b="1"/>
            </a:lvl2pPr>
            <a:lvl3pPr marL="914331" indent="0">
              <a:buNone/>
              <a:defRPr sz="1800" b="1"/>
            </a:lvl3pPr>
            <a:lvl4pPr marL="1371498" indent="0">
              <a:buNone/>
              <a:defRPr sz="1600" b="1"/>
            </a:lvl4pPr>
            <a:lvl5pPr marL="1828664" indent="0">
              <a:buNone/>
              <a:defRPr sz="1600" b="1"/>
            </a:lvl5pPr>
            <a:lvl6pPr marL="2285829" indent="0">
              <a:buNone/>
              <a:defRPr sz="1600" b="1"/>
            </a:lvl6pPr>
            <a:lvl7pPr marL="2742995" indent="0">
              <a:buNone/>
              <a:defRPr sz="1600" b="1"/>
            </a:lvl7pPr>
            <a:lvl8pPr marL="3200160" indent="0">
              <a:buNone/>
              <a:defRPr sz="1600" b="1"/>
            </a:lvl8pPr>
            <a:lvl9pPr marL="365732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defTabSz="914378"/>
            <a:fld id="{C1A00B59-F77B-4143-9908-A4016BE5E31F}" type="datetimeFigureOut">
              <a:rPr lang="vi-VN" smtClean="0"/>
              <a:pPr defTabSz="914378"/>
              <a:t>13/11/2025</a:t>
            </a:fld>
            <a:endParaRPr lang="vi-VN"/>
          </a:p>
        </p:txBody>
      </p:sp>
      <p:sp>
        <p:nvSpPr>
          <p:cNvPr id="8" name="Footer Placeholder 4"/>
          <p:cNvSpPr>
            <a:spLocks noGrp="1"/>
          </p:cNvSpPr>
          <p:nvPr>
            <p:ph type="ftr" sz="quarter" idx="11"/>
          </p:nvPr>
        </p:nvSpPr>
        <p:spPr/>
        <p:txBody>
          <a:bodyPr/>
          <a:lstStyle>
            <a:lvl1pPr>
              <a:defRPr/>
            </a:lvl1pPr>
          </a:lstStyle>
          <a:p>
            <a:endParaRPr lang="vi-VN">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defTabSz="914378"/>
            <a:fld id="{9E5EFB50-D8E2-4F7C-99D3-711EF45CF3D6}" type="slidenum">
              <a:rPr lang="vi-VN" smtClean="0"/>
              <a:pPr defTabSz="914378"/>
              <a:t>‹#›</a:t>
            </a:fld>
            <a:endParaRPr lang="vi-VN"/>
          </a:p>
        </p:txBody>
      </p:sp>
    </p:spTree>
    <p:extLst>
      <p:ext uri="{BB962C8B-B14F-4D97-AF65-F5344CB8AC3E}">
        <p14:creationId xmlns:p14="http://schemas.microsoft.com/office/powerpoint/2010/main" val="2630970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defTabSz="914378"/>
            <a:fld id="{C1A00B59-F77B-4143-9908-A4016BE5E31F}" type="datetimeFigureOut">
              <a:rPr lang="vi-VN" smtClean="0"/>
              <a:pPr defTabSz="914378"/>
              <a:t>13/11/2025</a:t>
            </a:fld>
            <a:endParaRPr lang="vi-VN"/>
          </a:p>
        </p:txBody>
      </p:sp>
      <p:sp>
        <p:nvSpPr>
          <p:cNvPr id="4" name="Footer Placeholder 4"/>
          <p:cNvSpPr>
            <a:spLocks noGrp="1"/>
          </p:cNvSpPr>
          <p:nvPr>
            <p:ph type="ftr" sz="quarter" idx="11"/>
          </p:nvPr>
        </p:nvSpPr>
        <p:spPr/>
        <p:txBody>
          <a:bodyPr/>
          <a:lstStyle>
            <a:lvl1pPr>
              <a:defRPr/>
            </a:lvl1pPr>
          </a:lstStyle>
          <a:p>
            <a:endParaRPr lang="vi-VN">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defTabSz="914378"/>
            <a:fld id="{9E5EFB50-D8E2-4F7C-99D3-711EF45CF3D6}" type="slidenum">
              <a:rPr lang="vi-VN" smtClean="0"/>
              <a:pPr defTabSz="914378"/>
              <a:t>‹#›</a:t>
            </a:fld>
            <a:endParaRPr lang="vi-VN"/>
          </a:p>
        </p:txBody>
      </p:sp>
    </p:spTree>
    <p:extLst>
      <p:ext uri="{BB962C8B-B14F-4D97-AF65-F5344CB8AC3E}">
        <p14:creationId xmlns:p14="http://schemas.microsoft.com/office/powerpoint/2010/main" val="25537542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defTabSz="914378"/>
            <a:fld id="{C1A00B59-F77B-4143-9908-A4016BE5E31F}" type="datetimeFigureOut">
              <a:rPr lang="vi-VN" smtClean="0"/>
              <a:pPr defTabSz="914378"/>
              <a:t>13/11/2025</a:t>
            </a:fld>
            <a:endParaRPr lang="vi-VN"/>
          </a:p>
        </p:txBody>
      </p:sp>
      <p:sp>
        <p:nvSpPr>
          <p:cNvPr id="3" name="Footer Placeholder 4"/>
          <p:cNvSpPr>
            <a:spLocks noGrp="1"/>
          </p:cNvSpPr>
          <p:nvPr>
            <p:ph type="ftr" sz="quarter" idx="11"/>
          </p:nvPr>
        </p:nvSpPr>
        <p:spPr/>
        <p:txBody>
          <a:bodyPr/>
          <a:lstStyle>
            <a:lvl1pPr>
              <a:defRPr/>
            </a:lvl1pPr>
          </a:lstStyle>
          <a:p>
            <a:endParaRPr lang="vi-VN">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defTabSz="914378"/>
            <a:fld id="{9E5EFB50-D8E2-4F7C-99D3-711EF45CF3D6}" type="slidenum">
              <a:rPr lang="vi-VN" smtClean="0"/>
              <a:pPr defTabSz="914378"/>
              <a:t>‹#›</a:t>
            </a:fld>
            <a:endParaRPr lang="vi-VN"/>
          </a:p>
        </p:txBody>
      </p:sp>
    </p:spTree>
    <p:extLst>
      <p:ext uri="{BB962C8B-B14F-4D97-AF65-F5344CB8AC3E}">
        <p14:creationId xmlns:p14="http://schemas.microsoft.com/office/powerpoint/2010/main" val="34612261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076327"/>
            <a:ext cx="3008313" cy="3518297"/>
          </a:xfrm>
        </p:spPr>
        <p:txBody>
          <a:bodyPr/>
          <a:lstStyle>
            <a:lvl1pPr marL="0" indent="0">
              <a:buNone/>
              <a:defRPr sz="1400"/>
            </a:lvl1pPr>
            <a:lvl2pPr marL="457166" indent="0">
              <a:buNone/>
              <a:defRPr sz="1200"/>
            </a:lvl2pPr>
            <a:lvl3pPr marL="914331" indent="0">
              <a:buNone/>
              <a:defRPr sz="1000"/>
            </a:lvl3pPr>
            <a:lvl4pPr marL="1371498" indent="0">
              <a:buNone/>
              <a:defRPr sz="900"/>
            </a:lvl4pPr>
            <a:lvl5pPr marL="1828664" indent="0">
              <a:buNone/>
              <a:defRPr sz="900"/>
            </a:lvl5pPr>
            <a:lvl6pPr marL="2285829" indent="0">
              <a:buNone/>
              <a:defRPr sz="900"/>
            </a:lvl6pPr>
            <a:lvl7pPr marL="2742995" indent="0">
              <a:buNone/>
              <a:defRPr sz="900"/>
            </a:lvl7pPr>
            <a:lvl8pPr marL="3200160" indent="0">
              <a:buNone/>
              <a:defRPr sz="900"/>
            </a:lvl8pPr>
            <a:lvl9pPr marL="3657326"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defTabSz="914378"/>
            <a:fld id="{C1A00B59-F77B-4143-9908-A4016BE5E31F}" type="datetimeFigureOut">
              <a:rPr lang="vi-VN" smtClean="0"/>
              <a:pPr defTabSz="914378"/>
              <a:t>13/11/2025</a:t>
            </a:fld>
            <a:endParaRPr lang="vi-VN"/>
          </a:p>
        </p:txBody>
      </p:sp>
      <p:sp>
        <p:nvSpPr>
          <p:cNvPr id="6" name="Footer Placeholder 4"/>
          <p:cNvSpPr>
            <a:spLocks noGrp="1"/>
          </p:cNvSpPr>
          <p:nvPr>
            <p:ph type="ftr" sz="quarter" idx="11"/>
          </p:nvPr>
        </p:nvSpPr>
        <p:spPr/>
        <p:txBody>
          <a:bodyPr/>
          <a:lstStyle>
            <a:lvl1pPr>
              <a:defRPr/>
            </a:lvl1pPr>
          </a:lstStyle>
          <a:p>
            <a:endParaRPr lang="vi-VN">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defTabSz="914378"/>
            <a:fld id="{9E5EFB50-D8E2-4F7C-99D3-711EF45CF3D6}" type="slidenum">
              <a:rPr lang="vi-VN" smtClean="0"/>
              <a:pPr defTabSz="914378"/>
              <a:t>‹#›</a:t>
            </a:fld>
            <a:endParaRPr lang="vi-VN"/>
          </a:p>
        </p:txBody>
      </p:sp>
    </p:spTree>
    <p:extLst>
      <p:ext uri="{BB962C8B-B14F-4D97-AF65-F5344CB8AC3E}">
        <p14:creationId xmlns:p14="http://schemas.microsoft.com/office/powerpoint/2010/main" val="14158898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166" indent="0">
              <a:buNone/>
              <a:defRPr sz="2800"/>
            </a:lvl2pPr>
            <a:lvl3pPr marL="914331" indent="0">
              <a:buNone/>
              <a:defRPr sz="2400"/>
            </a:lvl3pPr>
            <a:lvl4pPr marL="1371498" indent="0">
              <a:buNone/>
              <a:defRPr sz="2000"/>
            </a:lvl4pPr>
            <a:lvl5pPr marL="1828664" indent="0">
              <a:buNone/>
              <a:defRPr sz="2000"/>
            </a:lvl5pPr>
            <a:lvl6pPr marL="2285829" indent="0">
              <a:buNone/>
              <a:defRPr sz="2000"/>
            </a:lvl6pPr>
            <a:lvl7pPr marL="2742995" indent="0">
              <a:buNone/>
              <a:defRPr sz="2000"/>
            </a:lvl7pPr>
            <a:lvl8pPr marL="3200160" indent="0">
              <a:buNone/>
              <a:defRPr sz="2000"/>
            </a:lvl8pPr>
            <a:lvl9pPr marL="3657326"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166" indent="0">
              <a:buNone/>
              <a:defRPr sz="1200"/>
            </a:lvl2pPr>
            <a:lvl3pPr marL="914331" indent="0">
              <a:buNone/>
              <a:defRPr sz="1000"/>
            </a:lvl3pPr>
            <a:lvl4pPr marL="1371498" indent="0">
              <a:buNone/>
              <a:defRPr sz="900"/>
            </a:lvl4pPr>
            <a:lvl5pPr marL="1828664" indent="0">
              <a:buNone/>
              <a:defRPr sz="900"/>
            </a:lvl5pPr>
            <a:lvl6pPr marL="2285829" indent="0">
              <a:buNone/>
              <a:defRPr sz="900"/>
            </a:lvl6pPr>
            <a:lvl7pPr marL="2742995" indent="0">
              <a:buNone/>
              <a:defRPr sz="900"/>
            </a:lvl7pPr>
            <a:lvl8pPr marL="3200160" indent="0">
              <a:buNone/>
              <a:defRPr sz="900"/>
            </a:lvl8pPr>
            <a:lvl9pPr marL="3657326"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defTabSz="914378"/>
            <a:fld id="{C1A00B59-F77B-4143-9908-A4016BE5E31F}" type="datetimeFigureOut">
              <a:rPr lang="vi-VN" smtClean="0"/>
              <a:pPr defTabSz="914378"/>
              <a:t>13/11/2025</a:t>
            </a:fld>
            <a:endParaRPr lang="vi-VN"/>
          </a:p>
        </p:txBody>
      </p:sp>
      <p:sp>
        <p:nvSpPr>
          <p:cNvPr id="6" name="Footer Placeholder 4"/>
          <p:cNvSpPr>
            <a:spLocks noGrp="1"/>
          </p:cNvSpPr>
          <p:nvPr>
            <p:ph type="ftr" sz="quarter" idx="11"/>
          </p:nvPr>
        </p:nvSpPr>
        <p:spPr/>
        <p:txBody>
          <a:bodyPr/>
          <a:lstStyle>
            <a:lvl1pPr>
              <a:defRPr/>
            </a:lvl1pPr>
          </a:lstStyle>
          <a:p>
            <a:endParaRPr lang="vi-VN">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defTabSz="914378"/>
            <a:fld id="{9E5EFB50-D8E2-4F7C-99D3-711EF45CF3D6}" type="slidenum">
              <a:rPr lang="vi-VN" smtClean="0"/>
              <a:pPr defTabSz="914378"/>
              <a:t>‹#›</a:t>
            </a:fld>
            <a:endParaRPr lang="vi-VN"/>
          </a:p>
        </p:txBody>
      </p:sp>
    </p:spTree>
    <p:extLst>
      <p:ext uri="{BB962C8B-B14F-4D97-AF65-F5344CB8AC3E}">
        <p14:creationId xmlns:p14="http://schemas.microsoft.com/office/powerpoint/2010/main" val="6603273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defTabSz="914378"/>
            <a:fld id="{C1A00B59-F77B-4143-9908-A4016BE5E31F}" type="datetimeFigureOut">
              <a:rPr lang="vi-VN" smtClean="0"/>
              <a:pPr defTabSz="914378"/>
              <a:t>13/11/2025</a:t>
            </a:fld>
            <a:endParaRPr lang="vi-VN"/>
          </a:p>
        </p:txBody>
      </p:sp>
      <p:sp>
        <p:nvSpPr>
          <p:cNvPr id="5" name="Footer Placeholder 4"/>
          <p:cNvSpPr>
            <a:spLocks noGrp="1"/>
          </p:cNvSpPr>
          <p:nvPr>
            <p:ph type="ftr" sz="quarter" idx="11"/>
          </p:nvPr>
        </p:nvSpPr>
        <p:spPr/>
        <p:txBody>
          <a:bodyPr/>
          <a:lstStyle>
            <a:lvl1pPr>
              <a:defRPr/>
            </a:lvl1pPr>
          </a:lstStyle>
          <a:p>
            <a:endParaRPr lang="vi-VN">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defTabSz="914378"/>
            <a:fld id="{9E5EFB50-D8E2-4F7C-99D3-711EF45CF3D6}" type="slidenum">
              <a:rPr lang="vi-VN" smtClean="0"/>
              <a:pPr defTabSz="914378"/>
              <a:t>‹#›</a:t>
            </a:fld>
            <a:endParaRPr lang="vi-VN"/>
          </a:p>
        </p:txBody>
      </p:sp>
    </p:spTree>
    <p:extLst>
      <p:ext uri="{BB962C8B-B14F-4D97-AF65-F5344CB8AC3E}">
        <p14:creationId xmlns:p14="http://schemas.microsoft.com/office/powerpoint/2010/main" val="35283215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defTabSz="914378"/>
            <a:fld id="{C1A00B59-F77B-4143-9908-A4016BE5E31F}" type="datetimeFigureOut">
              <a:rPr lang="vi-VN" smtClean="0"/>
              <a:pPr defTabSz="914378"/>
              <a:t>13/11/2025</a:t>
            </a:fld>
            <a:endParaRPr lang="vi-VN"/>
          </a:p>
        </p:txBody>
      </p:sp>
      <p:sp>
        <p:nvSpPr>
          <p:cNvPr id="5" name="Footer Placeholder 4"/>
          <p:cNvSpPr>
            <a:spLocks noGrp="1"/>
          </p:cNvSpPr>
          <p:nvPr>
            <p:ph type="ftr" sz="quarter" idx="11"/>
          </p:nvPr>
        </p:nvSpPr>
        <p:spPr/>
        <p:txBody>
          <a:bodyPr/>
          <a:lstStyle>
            <a:lvl1pPr>
              <a:defRPr/>
            </a:lvl1pPr>
          </a:lstStyle>
          <a:p>
            <a:endParaRPr lang="vi-VN">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defTabSz="914378"/>
            <a:fld id="{9E5EFB50-D8E2-4F7C-99D3-711EF45CF3D6}" type="slidenum">
              <a:rPr lang="vi-VN" smtClean="0"/>
              <a:pPr defTabSz="914378"/>
              <a:t>‹#›</a:t>
            </a:fld>
            <a:endParaRPr lang="vi-VN"/>
          </a:p>
        </p:txBody>
      </p:sp>
    </p:spTree>
    <p:extLst>
      <p:ext uri="{BB962C8B-B14F-4D97-AF65-F5344CB8AC3E}">
        <p14:creationId xmlns:p14="http://schemas.microsoft.com/office/powerpoint/2010/main" val="26168116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4" name="Picture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2060774"/>
            <a:ext cx="6667500" cy="30827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98" y="116087"/>
            <a:ext cx="3871516" cy="6935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2714627" y="2381251"/>
            <a:ext cx="6296025" cy="1370774"/>
          </a:xfrm>
        </p:spPr>
        <p:txBody>
          <a:bodyPr>
            <a:normAutofit/>
          </a:bodyPr>
          <a:lstStyle>
            <a:lvl1pPr>
              <a:defRPr sz="3400"/>
            </a:lvl1pPr>
          </a:lstStyle>
          <a:p>
            <a:r>
              <a:rPr lang="en-US"/>
              <a:t>Click to edit Master title style</a:t>
            </a:r>
            <a:endParaRPr lang="en-US" dirty="0"/>
          </a:p>
        </p:txBody>
      </p:sp>
      <p:sp>
        <p:nvSpPr>
          <p:cNvPr id="3" name="Subtitle 2"/>
          <p:cNvSpPr>
            <a:spLocks noGrp="1"/>
          </p:cNvSpPr>
          <p:nvPr>
            <p:ph type="subTitle" idx="1"/>
          </p:nvPr>
        </p:nvSpPr>
        <p:spPr>
          <a:xfrm>
            <a:off x="2714625" y="3857625"/>
            <a:ext cx="6305550" cy="742950"/>
          </a:xfrm>
        </p:spPr>
        <p:txBody>
          <a:bodyPr/>
          <a:lstStyle>
            <a:lvl1pPr marL="0" indent="0" algn="ctr">
              <a:buNone/>
              <a:defRPr>
                <a:solidFill>
                  <a:schemeClr val="bg1"/>
                </a:solidFill>
              </a:defRPr>
            </a:lvl1pPr>
            <a:lvl2pPr marL="457166" indent="0" algn="ctr">
              <a:buNone/>
              <a:defRPr>
                <a:solidFill>
                  <a:schemeClr val="tx1">
                    <a:tint val="75000"/>
                  </a:schemeClr>
                </a:solidFill>
              </a:defRPr>
            </a:lvl2pPr>
            <a:lvl3pPr marL="914331" indent="0" algn="ctr">
              <a:buNone/>
              <a:defRPr>
                <a:solidFill>
                  <a:schemeClr val="tx1">
                    <a:tint val="75000"/>
                  </a:schemeClr>
                </a:solidFill>
              </a:defRPr>
            </a:lvl3pPr>
            <a:lvl4pPr marL="1371498" indent="0" algn="ctr">
              <a:buNone/>
              <a:defRPr>
                <a:solidFill>
                  <a:schemeClr val="tx1">
                    <a:tint val="75000"/>
                  </a:schemeClr>
                </a:solidFill>
              </a:defRPr>
            </a:lvl4pPr>
            <a:lvl5pPr marL="1828664" indent="0" algn="ctr">
              <a:buNone/>
              <a:defRPr>
                <a:solidFill>
                  <a:schemeClr val="tx1">
                    <a:tint val="75000"/>
                  </a:schemeClr>
                </a:solidFill>
              </a:defRPr>
            </a:lvl5pPr>
            <a:lvl6pPr marL="2285829" indent="0" algn="ctr">
              <a:buNone/>
              <a:defRPr>
                <a:solidFill>
                  <a:schemeClr val="tx1">
                    <a:tint val="75000"/>
                  </a:schemeClr>
                </a:solidFill>
              </a:defRPr>
            </a:lvl6pPr>
            <a:lvl7pPr marL="2742995" indent="0" algn="ctr">
              <a:buNone/>
              <a:defRPr>
                <a:solidFill>
                  <a:schemeClr val="tx1">
                    <a:tint val="75000"/>
                  </a:schemeClr>
                </a:solidFill>
              </a:defRPr>
            </a:lvl7pPr>
            <a:lvl8pPr marL="3200160" indent="0" algn="ctr">
              <a:buNone/>
              <a:defRPr>
                <a:solidFill>
                  <a:schemeClr val="tx1">
                    <a:tint val="75000"/>
                  </a:schemeClr>
                </a:solidFill>
              </a:defRPr>
            </a:lvl8pPr>
            <a:lvl9pPr marL="3657326" indent="0" algn="ctr">
              <a:buNone/>
              <a:defRPr>
                <a:solidFill>
                  <a:schemeClr val="tx1">
                    <a:tint val="75000"/>
                  </a:schemeClr>
                </a:solidFill>
              </a:defRPr>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lvl1pPr>
          </a:lstStyle>
          <a:p>
            <a:fld id="{C1A00B59-F77B-4143-9908-A4016BE5E31F}" type="datetimeFigureOut">
              <a:rPr lang="vi-VN" smtClean="0"/>
              <a:t>13/11/2025</a:t>
            </a:fld>
            <a:endParaRPr lang="vi-VN"/>
          </a:p>
        </p:txBody>
      </p:sp>
      <p:sp>
        <p:nvSpPr>
          <p:cNvPr id="7" name="Footer Placeholder 4"/>
          <p:cNvSpPr>
            <a:spLocks noGrp="1"/>
          </p:cNvSpPr>
          <p:nvPr>
            <p:ph type="ftr" sz="quarter" idx="11"/>
          </p:nvPr>
        </p:nvSpPr>
        <p:spPr/>
        <p:txBody>
          <a:bodyPr/>
          <a:lstStyle>
            <a:lvl1pPr>
              <a:defRPr u="sng"/>
            </a:lvl1pPr>
          </a:lstStyle>
          <a:p>
            <a:endParaRPr lang="vi-VN"/>
          </a:p>
        </p:txBody>
      </p:sp>
      <p:sp>
        <p:nvSpPr>
          <p:cNvPr id="8" name="Slide Number Placeholder 5"/>
          <p:cNvSpPr>
            <a:spLocks noGrp="1"/>
          </p:cNvSpPr>
          <p:nvPr>
            <p:ph type="sldNum" sz="quarter" idx="12"/>
          </p:nvPr>
        </p:nvSpPr>
        <p:spPr/>
        <p:txBody>
          <a:bodyPr/>
          <a:lstStyle>
            <a:lvl1pPr>
              <a:defRPr/>
            </a:lvl1pPr>
          </a:lstStyle>
          <a:p>
            <a:fld id="{9E5EFB50-D8E2-4F7C-99D3-711EF45CF3D6}" type="slidenum">
              <a:rPr lang="vi-VN" smtClean="0"/>
              <a:t>‹#›</a:t>
            </a:fld>
            <a:endParaRPr lang="vi-VN"/>
          </a:p>
        </p:txBody>
      </p:sp>
    </p:spTree>
    <p:extLst>
      <p:ext uri="{BB962C8B-B14F-4D97-AF65-F5344CB8AC3E}">
        <p14:creationId xmlns:p14="http://schemas.microsoft.com/office/powerpoint/2010/main" val="42448107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99" y="116088"/>
            <a:ext cx="1815703" cy="325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title"/>
          </p:nvPr>
        </p:nvSpPr>
        <p:spPr>
          <a:xfrm>
            <a:off x="476250" y="381000"/>
            <a:ext cx="8229600" cy="613877"/>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fld id="{C1A00B59-F77B-4143-9908-A4016BE5E31F}" type="datetimeFigureOut">
              <a:rPr lang="vi-VN" smtClean="0"/>
              <a:t>13/11/2025</a:t>
            </a:fld>
            <a:endParaRPr lang="vi-VN"/>
          </a:p>
        </p:txBody>
      </p:sp>
      <p:sp>
        <p:nvSpPr>
          <p:cNvPr id="6" name="Footer Placeholder 4"/>
          <p:cNvSpPr>
            <a:spLocks noGrp="1"/>
          </p:cNvSpPr>
          <p:nvPr>
            <p:ph type="ftr" sz="quarter" idx="11"/>
          </p:nvPr>
        </p:nvSpPr>
        <p:spPr/>
        <p:txBody>
          <a:bodyPr/>
          <a:lstStyle>
            <a:lvl1pPr>
              <a:defRPr/>
            </a:lvl1pPr>
          </a:lstStyle>
          <a:p>
            <a:endParaRPr lang="vi-VN"/>
          </a:p>
        </p:txBody>
      </p:sp>
      <p:sp>
        <p:nvSpPr>
          <p:cNvPr id="7" name="Slide Number Placeholder 5"/>
          <p:cNvSpPr>
            <a:spLocks noGrp="1"/>
          </p:cNvSpPr>
          <p:nvPr>
            <p:ph type="sldNum" sz="quarter" idx="12"/>
          </p:nvPr>
        </p:nvSpPr>
        <p:spPr/>
        <p:txBody>
          <a:bodyPr/>
          <a:lstStyle>
            <a:lvl1pPr>
              <a:defRPr/>
            </a:lvl1pPr>
          </a:lstStyle>
          <a:p>
            <a:fld id="{9E5EFB50-D8E2-4F7C-99D3-711EF45CF3D6}" type="slidenum">
              <a:rPr lang="vi-VN" smtClean="0"/>
              <a:t>‹#›</a:t>
            </a:fld>
            <a:endParaRPr lang="vi-VN"/>
          </a:p>
        </p:txBody>
      </p:sp>
    </p:spTree>
    <p:extLst>
      <p:ext uri="{BB962C8B-B14F-4D97-AF65-F5344CB8AC3E}">
        <p14:creationId xmlns:p14="http://schemas.microsoft.com/office/powerpoint/2010/main" val="15764643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C1A00B59-F77B-4143-9908-A4016BE5E31F}" type="datetimeFigureOut">
              <a:rPr lang="vi-VN" smtClean="0"/>
              <a:t>13/11/2025</a:t>
            </a:fld>
            <a:endParaRPr lang="vi-VN"/>
          </a:p>
        </p:txBody>
      </p:sp>
      <p:sp>
        <p:nvSpPr>
          <p:cNvPr id="6" name="Footer Placeholder 4"/>
          <p:cNvSpPr>
            <a:spLocks noGrp="1"/>
          </p:cNvSpPr>
          <p:nvPr>
            <p:ph type="ftr" sz="quarter" idx="11"/>
          </p:nvPr>
        </p:nvSpPr>
        <p:spPr/>
        <p:txBody>
          <a:bodyPr/>
          <a:lstStyle>
            <a:lvl1pPr>
              <a:defRPr/>
            </a:lvl1pPr>
          </a:lstStyle>
          <a:p>
            <a:endParaRPr lang="vi-VN"/>
          </a:p>
        </p:txBody>
      </p:sp>
      <p:sp>
        <p:nvSpPr>
          <p:cNvPr id="7" name="Slide Number Placeholder 5"/>
          <p:cNvSpPr>
            <a:spLocks noGrp="1"/>
          </p:cNvSpPr>
          <p:nvPr>
            <p:ph type="sldNum" sz="quarter" idx="12"/>
          </p:nvPr>
        </p:nvSpPr>
        <p:spPr/>
        <p:txBody>
          <a:bodyPr/>
          <a:lstStyle>
            <a:lvl1pPr>
              <a:defRPr/>
            </a:lvl1pPr>
          </a:lstStyle>
          <a:p>
            <a:fld id="{9E5EFB50-D8E2-4F7C-99D3-711EF45CF3D6}" type="slidenum">
              <a:rPr lang="vi-VN" smtClean="0"/>
              <a:t>‹#›</a:t>
            </a:fld>
            <a:endParaRPr lang="vi-VN"/>
          </a:p>
        </p:txBody>
      </p:sp>
    </p:spTree>
    <p:extLst>
      <p:ext uri="{BB962C8B-B14F-4D97-AF65-F5344CB8AC3E}">
        <p14:creationId xmlns:p14="http://schemas.microsoft.com/office/powerpoint/2010/main" val="2739090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166" indent="0">
              <a:buNone/>
              <a:defRPr sz="2000" b="1"/>
            </a:lvl2pPr>
            <a:lvl3pPr marL="914331" indent="0">
              <a:buNone/>
              <a:defRPr sz="1800" b="1"/>
            </a:lvl3pPr>
            <a:lvl4pPr marL="1371498" indent="0">
              <a:buNone/>
              <a:defRPr sz="1600" b="1"/>
            </a:lvl4pPr>
            <a:lvl5pPr marL="1828664" indent="0">
              <a:buNone/>
              <a:defRPr sz="1600" b="1"/>
            </a:lvl5pPr>
            <a:lvl6pPr marL="2285829" indent="0">
              <a:buNone/>
              <a:defRPr sz="1600" b="1"/>
            </a:lvl6pPr>
            <a:lvl7pPr marL="2742995" indent="0">
              <a:buNone/>
              <a:defRPr sz="1600" b="1"/>
            </a:lvl7pPr>
            <a:lvl8pPr marL="3200160" indent="0">
              <a:buNone/>
              <a:defRPr sz="1600" b="1"/>
            </a:lvl8pPr>
            <a:lvl9pPr marL="3657326"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166" indent="0">
              <a:buNone/>
              <a:defRPr sz="2000" b="1"/>
            </a:lvl2pPr>
            <a:lvl3pPr marL="914331" indent="0">
              <a:buNone/>
              <a:defRPr sz="1800" b="1"/>
            </a:lvl3pPr>
            <a:lvl4pPr marL="1371498" indent="0">
              <a:buNone/>
              <a:defRPr sz="1600" b="1"/>
            </a:lvl4pPr>
            <a:lvl5pPr marL="1828664" indent="0">
              <a:buNone/>
              <a:defRPr sz="1600" b="1"/>
            </a:lvl5pPr>
            <a:lvl6pPr marL="2285829" indent="0">
              <a:buNone/>
              <a:defRPr sz="1600" b="1"/>
            </a:lvl6pPr>
            <a:lvl7pPr marL="2742995" indent="0">
              <a:buNone/>
              <a:defRPr sz="1600" b="1"/>
            </a:lvl7pPr>
            <a:lvl8pPr marL="3200160" indent="0">
              <a:buNone/>
              <a:defRPr sz="1600" b="1"/>
            </a:lvl8pPr>
            <a:lvl9pPr marL="365732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C1A00B59-F77B-4143-9908-A4016BE5E31F}" type="datetimeFigureOut">
              <a:rPr lang="vi-VN" smtClean="0"/>
              <a:t>13/11/2025</a:t>
            </a:fld>
            <a:endParaRPr lang="vi-VN"/>
          </a:p>
        </p:txBody>
      </p:sp>
      <p:sp>
        <p:nvSpPr>
          <p:cNvPr id="8" name="Footer Placeholder 4"/>
          <p:cNvSpPr>
            <a:spLocks noGrp="1"/>
          </p:cNvSpPr>
          <p:nvPr>
            <p:ph type="ftr" sz="quarter" idx="11"/>
          </p:nvPr>
        </p:nvSpPr>
        <p:spPr/>
        <p:txBody>
          <a:bodyPr/>
          <a:lstStyle>
            <a:lvl1pPr>
              <a:defRPr/>
            </a:lvl1pPr>
          </a:lstStyle>
          <a:p>
            <a:endParaRPr lang="vi-VN"/>
          </a:p>
        </p:txBody>
      </p:sp>
      <p:sp>
        <p:nvSpPr>
          <p:cNvPr id="9" name="Slide Number Placeholder 5"/>
          <p:cNvSpPr>
            <a:spLocks noGrp="1"/>
          </p:cNvSpPr>
          <p:nvPr>
            <p:ph type="sldNum" sz="quarter" idx="12"/>
          </p:nvPr>
        </p:nvSpPr>
        <p:spPr/>
        <p:txBody>
          <a:bodyPr/>
          <a:lstStyle>
            <a:lvl1pPr>
              <a:defRPr/>
            </a:lvl1pPr>
          </a:lstStyle>
          <a:p>
            <a:fld id="{9E5EFB50-D8E2-4F7C-99D3-711EF45CF3D6}" type="slidenum">
              <a:rPr lang="vi-VN" smtClean="0"/>
              <a:t>‹#›</a:t>
            </a:fld>
            <a:endParaRPr lang="vi-VN"/>
          </a:p>
        </p:txBody>
      </p:sp>
    </p:spTree>
    <p:extLst>
      <p:ext uri="{BB962C8B-B14F-4D97-AF65-F5344CB8AC3E}">
        <p14:creationId xmlns:p14="http://schemas.microsoft.com/office/powerpoint/2010/main" val="28076409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1A00B59-F77B-4143-9908-A4016BE5E31F}" type="datetimeFigureOut">
              <a:rPr lang="vi-VN" smtClean="0"/>
              <a:t>13/11/2025</a:t>
            </a:fld>
            <a:endParaRPr lang="vi-VN"/>
          </a:p>
        </p:txBody>
      </p:sp>
      <p:sp>
        <p:nvSpPr>
          <p:cNvPr id="4" name="Footer Placeholder 4"/>
          <p:cNvSpPr>
            <a:spLocks noGrp="1"/>
          </p:cNvSpPr>
          <p:nvPr>
            <p:ph type="ftr" sz="quarter" idx="11"/>
          </p:nvPr>
        </p:nvSpPr>
        <p:spPr/>
        <p:txBody>
          <a:bodyPr/>
          <a:lstStyle>
            <a:lvl1pPr>
              <a:defRPr/>
            </a:lvl1pPr>
          </a:lstStyle>
          <a:p>
            <a:endParaRPr lang="vi-VN"/>
          </a:p>
        </p:txBody>
      </p:sp>
      <p:sp>
        <p:nvSpPr>
          <p:cNvPr id="5" name="Slide Number Placeholder 5"/>
          <p:cNvSpPr>
            <a:spLocks noGrp="1"/>
          </p:cNvSpPr>
          <p:nvPr>
            <p:ph type="sldNum" sz="quarter" idx="12"/>
          </p:nvPr>
        </p:nvSpPr>
        <p:spPr/>
        <p:txBody>
          <a:bodyPr/>
          <a:lstStyle>
            <a:lvl1pPr>
              <a:defRPr/>
            </a:lvl1pPr>
          </a:lstStyle>
          <a:p>
            <a:fld id="{9E5EFB50-D8E2-4F7C-99D3-711EF45CF3D6}" type="slidenum">
              <a:rPr lang="vi-VN" smtClean="0"/>
              <a:t>‹#›</a:t>
            </a:fld>
            <a:endParaRPr lang="vi-VN"/>
          </a:p>
        </p:txBody>
      </p:sp>
    </p:spTree>
    <p:extLst>
      <p:ext uri="{BB962C8B-B14F-4D97-AF65-F5344CB8AC3E}">
        <p14:creationId xmlns:p14="http://schemas.microsoft.com/office/powerpoint/2010/main" val="42109385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C1A00B59-F77B-4143-9908-A4016BE5E31F}" type="datetimeFigureOut">
              <a:rPr lang="vi-VN" smtClean="0"/>
              <a:t>13/11/2025</a:t>
            </a:fld>
            <a:endParaRPr lang="vi-VN"/>
          </a:p>
        </p:txBody>
      </p:sp>
      <p:sp>
        <p:nvSpPr>
          <p:cNvPr id="3" name="Footer Placeholder 4"/>
          <p:cNvSpPr>
            <a:spLocks noGrp="1"/>
          </p:cNvSpPr>
          <p:nvPr>
            <p:ph type="ftr" sz="quarter" idx="11"/>
          </p:nvPr>
        </p:nvSpPr>
        <p:spPr/>
        <p:txBody>
          <a:bodyPr/>
          <a:lstStyle>
            <a:lvl1pPr>
              <a:defRPr/>
            </a:lvl1pPr>
          </a:lstStyle>
          <a:p>
            <a:endParaRPr lang="vi-VN"/>
          </a:p>
        </p:txBody>
      </p:sp>
      <p:sp>
        <p:nvSpPr>
          <p:cNvPr id="4" name="Slide Number Placeholder 5"/>
          <p:cNvSpPr>
            <a:spLocks noGrp="1"/>
          </p:cNvSpPr>
          <p:nvPr>
            <p:ph type="sldNum" sz="quarter" idx="12"/>
          </p:nvPr>
        </p:nvSpPr>
        <p:spPr/>
        <p:txBody>
          <a:bodyPr/>
          <a:lstStyle>
            <a:lvl1pPr>
              <a:defRPr/>
            </a:lvl1pPr>
          </a:lstStyle>
          <a:p>
            <a:fld id="{9E5EFB50-D8E2-4F7C-99D3-711EF45CF3D6}" type="slidenum">
              <a:rPr lang="vi-VN" smtClean="0"/>
              <a:t>‹#›</a:t>
            </a:fld>
            <a:endParaRPr lang="vi-VN"/>
          </a:p>
        </p:txBody>
      </p:sp>
    </p:spTree>
    <p:extLst>
      <p:ext uri="{BB962C8B-B14F-4D97-AF65-F5344CB8AC3E}">
        <p14:creationId xmlns:p14="http://schemas.microsoft.com/office/powerpoint/2010/main" val="36918782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076327"/>
            <a:ext cx="3008313" cy="3518297"/>
          </a:xfrm>
        </p:spPr>
        <p:txBody>
          <a:bodyPr/>
          <a:lstStyle>
            <a:lvl1pPr marL="0" indent="0">
              <a:buNone/>
              <a:defRPr sz="1400"/>
            </a:lvl1pPr>
            <a:lvl2pPr marL="457166" indent="0">
              <a:buNone/>
              <a:defRPr sz="1200"/>
            </a:lvl2pPr>
            <a:lvl3pPr marL="914331" indent="0">
              <a:buNone/>
              <a:defRPr sz="1000"/>
            </a:lvl3pPr>
            <a:lvl4pPr marL="1371498" indent="0">
              <a:buNone/>
              <a:defRPr sz="900"/>
            </a:lvl4pPr>
            <a:lvl5pPr marL="1828664" indent="0">
              <a:buNone/>
              <a:defRPr sz="900"/>
            </a:lvl5pPr>
            <a:lvl6pPr marL="2285829" indent="0">
              <a:buNone/>
              <a:defRPr sz="900"/>
            </a:lvl6pPr>
            <a:lvl7pPr marL="2742995" indent="0">
              <a:buNone/>
              <a:defRPr sz="900"/>
            </a:lvl7pPr>
            <a:lvl8pPr marL="3200160" indent="0">
              <a:buNone/>
              <a:defRPr sz="900"/>
            </a:lvl8pPr>
            <a:lvl9pPr marL="3657326"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C1A00B59-F77B-4143-9908-A4016BE5E31F}" type="datetimeFigureOut">
              <a:rPr lang="vi-VN" smtClean="0"/>
              <a:t>13/11/2025</a:t>
            </a:fld>
            <a:endParaRPr lang="vi-VN"/>
          </a:p>
        </p:txBody>
      </p:sp>
      <p:sp>
        <p:nvSpPr>
          <p:cNvPr id="6" name="Footer Placeholder 4"/>
          <p:cNvSpPr>
            <a:spLocks noGrp="1"/>
          </p:cNvSpPr>
          <p:nvPr>
            <p:ph type="ftr" sz="quarter" idx="11"/>
          </p:nvPr>
        </p:nvSpPr>
        <p:spPr/>
        <p:txBody>
          <a:bodyPr/>
          <a:lstStyle>
            <a:lvl1pPr>
              <a:defRPr/>
            </a:lvl1pPr>
          </a:lstStyle>
          <a:p>
            <a:endParaRPr lang="vi-VN"/>
          </a:p>
        </p:txBody>
      </p:sp>
      <p:sp>
        <p:nvSpPr>
          <p:cNvPr id="7" name="Slide Number Placeholder 5"/>
          <p:cNvSpPr>
            <a:spLocks noGrp="1"/>
          </p:cNvSpPr>
          <p:nvPr>
            <p:ph type="sldNum" sz="quarter" idx="12"/>
          </p:nvPr>
        </p:nvSpPr>
        <p:spPr/>
        <p:txBody>
          <a:bodyPr/>
          <a:lstStyle>
            <a:lvl1pPr>
              <a:defRPr/>
            </a:lvl1pPr>
          </a:lstStyle>
          <a:p>
            <a:fld id="{9E5EFB50-D8E2-4F7C-99D3-711EF45CF3D6}" type="slidenum">
              <a:rPr lang="vi-VN" smtClean="0"/>
              <a:t>‹#›</a:t>
            </a:fld>
            <a:endParaRPr lang="vi-VN"/>
          </a:p>
        </p:txBody>
      </p:sp>
    </p:spTree>
    <p:extLst>
      <p:ext uri="{BB962C8B-B14F-4D97-AF65-F5344CB8AC3E}">
        <p14:creationId xmlns:p14="http://schemas.microsoft.com/office/powerpoint/2010/main" val="28096424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166" indent="0">
              <a:buNone/>
              <a:defRPr sz="2800"/>
            </a:lvl2pPr>
            <a:lvl3pPr marL="914331" indent="0">
              <a:buNone/>
              <a:defRPr sz="2400"/>
            </a:lvl3pPr>
            <a:lvl4pPr marL="1371498" indent="0">
              <a:buNone/>
              <a:defRPr sz="2000"/>
            </a:lvl4pPr>
            <a:lvl5pPr marL="1828664" indent="0">
              <a:buNone/>
              <a:defRPr sz="2000"/>
            </a:lvl5pPr>
            <a:lvl6pPr marL="2285829" indent="0">
              <a:buNone/>
              <a:defRPr sz="2000"/>
            </a:lvl6pPr>
            <a:lvl7pPr marL="2742995" indent="0">
              <a:buNone/>
              <a:defRPr sz="2000"/>
            </a:lvl7pPr>
            <a:lvl8pPr marL="3200160" indent="0">
              <a:buNone/>
              <a:defRPr sz="2000"/>
            </a:lvl8pPr>
            <a:lvl9pPr marL="3657326"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166" indent="0">
              <a:buNone/>
              <a:defRPr sz="1200"/>
            </a:lvl2pPr>
            <a:lvl3pPr marL="914331" indent="0">
              <a:buNone/>
              <a:defRPr sz="1000"/>
            </a:lvl3pPr>
            <a:lvl4pPr marL="1371498" indent="0">
              <a:buNone/>
              <a:defRPr sz="900"/>
            </a:lvl4pPr>
            <a:lvl5pPr marL="1828664" indent="0">
              <a:buNone/>
              <a:defRPr sz="900"/>
            </a:lvl5pPr>
            <a:lvl6pPr marL="2285829" indent="0">
              <a:buNone/>
              <a:defRPr sz="900"/>
            </a:lvl6pPr>
            <a:lvl7pPr marL="2742995" indent="0">
              <a:buNone/>
              <a:defRPr sz="900"/>
            </a:lvl7pPr>
            <a:lvl8pPr marL="3200160" indent="0">
              <a:buNone/>
              <a:defRPr sz="900"/>
            </a:lvl8pPr>
            <a:lvl9pPr marL="3657326"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C1A00B59-F77B-4143-9908-A4016BE5E31F}" type="datetimeFigureOut">
              <a:rPr lang="vi-VN" smtClean="0"/>
              <a:t>13/11/2025</a:t>
            </a:fld>
            <a:endParaRPr lang="vi-VN"/>
          </a:p>
        </p:txBody>
      </p:sp>
      <p:sp>
        <p:nvSpPr>
          <p:cNvPr id="6" name="Footer Placeholder 4"/>
          <p:cNvSpPr>
            <a:spLocks noGrp="1"/>
          </p:cNvSpPr>
          <p:nvPr>
            <p:ph type="ftr" sz="quarter" idx="11"/>
          </p:nvPr>
        </p:nvSpPr>
        <p:spPr/>
        <p:txBody>
          <a:bodyPr/>
          <a:lstStyle>
            <a:lvl1pPr>
              <a:defRPr/>
            </a:lvl1pPr>
          </a:lstStyle>
          <a:p>
            <a:endParaRPr lang="vi-VN"/>
          </a:p>
        </p:txBody>
      </p:sp>
      <p:sp>
        <p:nvSpPr>
          <p:cNvPr id="7" name="Slide Number Placeholder 5"/>
          <p:cNvSpPr>
            <a:spLocks noGrp="1"/>
          </p:cNvSpPr>
          <p:nvPr>
            <p:ph type="sldNum" sz="quarter" idx="12"/>
          </p:nvPr>
        </p:nvSpPr>
        <p:spPr/>
        <p:txBody>
          <a:bodyPr/>
          <a:lstStyle>
            <a:lvl1pPr>
              <a:defRPr/>
            </a:lvl1pPr>
          </a:lstStyle>
          <a:p>
            <a:fld id="{9E5EFB50-D8E2-4F7C-99D3-711EF45CF3D6}" type="slidenum">
              <a:rPr lang="vi-VN" smtClean="0"/>
              <a:t>‹#›</a:t>
            </a:fld>
            <a:endParaRPr lang="vi-VN"/>
          </a:p>
        </p:txBody>
      </p:sp>
    </p:spTree>
    <p:extLst>
      <p:ext uri="{BB962C8B-B14F-4D97-AF65-F5344CB8AC3E}">
        <p14:creationId xmlns:p14="http://schemas.microsoft.com/office/powerpoint/2010/main" val="22661775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1A00B59-F77B-4143-9908-A4016BE5E31F}" type="datetimeFigureOut">
              <a:rPr lang="vi-VN" smtClean="0"/>
              <a:t>13/11/2025</a:t>
            </a:fld>
            <a:endParaRPr lang="vi-VN"/>
          </a:p>
        </p:txBody>
      </p:sp>
      <p:sp>
        <p:nvSpPr>
          <p:cNvPr id="5" name="Footer Placeholder 4"/>
          <p:cNvSpPr>
            <a:spLocks noGrp="1"/>
          </p:cNvSpPr>
          <p:nvPr>
            <p:ph type="ftr" sz="quarter" idx="11"/>
          </p:nvPr>
        </p:nvSpPr>
        <p:spPr/>
        <p:txBody>
          <a:bodyPr/>
          <a:lstStyle>
            <a:lvl1pPr>
              <a:defRPr/>
            </a:lvl1pPr>
          </a:lstStyle>
          <a:p>
            <a:endParaRPr lang="vi-VN"/>
          </a:p>
        </p:txBody>
      </p:sp>
      <p:sp>
        <p:nvSpPr>
          <p:cNvPr id="6" name="Slide Number Placeholder 5"/>
          <p:cNvSpPr>
            <a:spLocks noGrp="1"/>
          </p:cNvSpPr>
          <p:nvPr>
            <p:ph type="sldNum" sz="quarter" idx="12"/>
          </p:nvPr>
        </p:nvSpPr>
        <p:spPr/>
        <p:txBody>
          <a:bodyPr/>
          <a:lstStyle>
            <a:lvl1pPr>
              <a:defRPr/>
            </a:lvl1pPr>
          </a:lstStyle>
          <a:p>
            <a:fld id="{9E5EFB50-D8E2-4F7C-99D3-711EF45CF3D6}" type="slidenum">
              <a:rPr lang="vi-VN" smtClean="0"/>
              <a:t>‹#›</a:t>
            </a:fld>
            <a:endParaRPr lang="vi-VN"/>
          </a:p>
        </p:txBody>
      </p:sp>
    </p:spTree>
    <p:extLst>
      <p:ext uri="{BB962C8B-B14F-4D97-AF65-F5344CB8AC3E}">
        <p14:creationId xmlns:p14="http://schemas.microsoft.com/office/powerpoint/2010/main" val="15806995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1A00B59-F77B-4143-9908-A4016BE5E31F}" type="datetimeFigureOut">
              <a:rPr lang="vi-VN" smtClean="0"/>
              <a:t>13/11/2025</a:t>
            </a:fld>
            <a:endParaRPr lang="vi-VN"/>
          </a:p>
        </p:txBody>
      </p:sp>
      <p:sp>
        <p:nvSpPr>
          <p:cNvPr id="5" name="Footer Placeholder 4"/>
          <p:cNvSpPr>
            <a:spLocks noGrp="1"/>
          </p:cNvSpPr>
          <p:nvPr>
            <p:ph type="ftr" sz="quarter" idx="11"/>
          </p:nvPr>
        </p:nvSpPr>
        <p:spPr/>
        <p:txBody>
          <a:bodyPr/>
          <a:lstStyle>
            <a:lvl1pPr>
              <a:defRPr/>
            </a:lvl1pPr>
          </a:lstStyle>
          <a:p>
            <a:endParaRPr lang="vi-VN"/>
          </a:p>
        </p:txBody>
      </p:sp>
      <p:sp>
        <p:nvSpPr>
          <p:cNvPr id="6" name="Slide Number Placeholder 5"/>
          <p:cNvSpPr>
            <a:spLocks noGrp="1"/>
          </p:cNvSpPr>
          <p:nvPr>
            <p:ph type="sldNum" sz="quarter" idx="12"/>
          </p:nvPr>
        </p:nvSpPr>
        <p:spPr/>
        <p:txBody>
          <a:bodyPr/>
          <a:lstStyle>
            <a:lvl1pPr>
              <a:defRPr/>
            </a:lvl1pPr>
          </a:lstStyle>
          <a:p>
            <a:fld id="{9E5EFB50-D8E2-4F7C-99D3-711EF45CF3D6}" type="slidenum">
              <a:rPr lang="vi-VN" smtClean="0"/>
              <a:t>‹#›</a:t>
            </a:fld>
            <a:endParaRPr lang="vi-VN"/>
          </a:p>
        </p:txBody>
      </p:sp>
    </p:spTree>
    <p:extLst>
      <p:ext uri="{BB962C8B-B14F-4D97-AF65-F5344CB8AC3E}">
        <p14:creationId xmlns:p14="http://schemas.microsoft.com/office/powerpoint/2010/main" val="2928734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21" Type="http://schemas.openxmlformats.org/officeDocument/2006/relationships/theme" Target="../theme/theme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401" y="206375"/>
            <a:ext cx="8229203" cy="857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35" tIns="45718" rIns="91435" bIns="45718"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401" y="1200547"/>
            <a:ext cx="8229203" cy="33942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86625" y="4762501"/>
            <a:ext cx="857250" cy="238125"/>
          </a:xfrm>
          <a:prstGeom prst="rect">
            <a:avLst/>
          </a:prstGeom>
        </p:spPr>
        <p:txBody>
          <a:bodyPr vert="horz" wrap="square" lIns="91435" tIns="45718" rIns="91435" bIns="45718" numCol="1" anchor="ctr" anchorCtr="0" compatLnSpc="1">
            <a:prstTxWarp prst="textNoShape">
              <a:avLst/>
            </a:prstTxWarp>
          </a:bodyPr>
          <a:lstStyle>
            <a:lvl1pPr eaLnBrk="1" hangingPunct="1">
              <a:defRPr sz="1200">
                <a:solidFill>
                  <a:srgbClr val="898989"/>
                </a:solidFill>
                <a:latin typeface="Myriad Pro" pitchFamily="34" charset="0"/>
              </a:defRPr>
            </a:lvl1pPr>
          </a:lstStyle>
          <a:p>
            <a:pPr defTabSz="914378"/>
            <a:fld id="{C1A00B59-F77B-4143-9908-A4016BE5E31F}" type="datetimeFigureOut">
              <a:rPr lang="vi-VN" smtClean="0"/>
              <a:pPr defTabSz="914378"/>
              <a:t>13/11/2025</a:t>
            </a:fld>
            <a:endParaRPr lang="vi-VN"/>
          </a:p>
        </p:txBody>
      </p:sp>
      <p:sp>
        <p:nvSpPr>
          <p:cNvPr id="5" name="Footer Placeholder 4"/>
          <p:cNvSpPr>
            <a:spLocks noGrp="1"/>
          </p:cNvSpPr>
          <p:nvPr>
            <p:ph type="ftr" sz="quarter" idx="3"/>
          </p:nvPr>
        </p:nvSpPr>
        <p:spPr>
          <a:xfrm>
            <a:off x="476252" y="4762500"/>
            <a:ext cx="2895203" cy="273844"/>
          </a:xfrm>
          <a:prstGeom prst="rect">
            <a:avLst/>
          </a:prstGeom>
        </p:spPr>
        <p:txBody>
          <a:bodyPr vert="horz" lIns="91435" tIns="45718" rIns="91435" bIns="45718" rtlCol="0" anchor="ctr"/>
          <a:lstStyle>
            <a:lvl1pPr algn="l" defTabSz="914331" eaLnBrk="1" fontAlgn="auto" hangingPunct="1">
              <a:spcBef>
                <a:spcPts val="0"/>
              </a:spcBef>
              <a:spcAft>
                <a:spcPts val="0"/>
              </a:spcAft>
              <a:defRPr sz="1200" u="sng" smtClean="0">
                <a:solidFill>
                  <a:schemeClr val="tx1">
                    <a:tint val="75000"/>
                  </a:schemeClr>
                </a:solidFill>
                <a:latin typeface="Myriad Pro"/>
                <a:ea typeface="+mn-ea"/>
                <a:cs typeface="Myriad Pro"/>
              </a:defRPr>
            </a:lvl1pPr>
          </a:lstStyle>
          <a:p>
            <a:endParaRPr lang="vi-VN">
              <a:solidFill>
                <a:prstClr val="black">
                  <a:tint val="75000"/>
                </a:prstClr>
              </a:solidFill>
            </a:endParaRPr>
          </a:p>
        </p:txBody>
      </p:sp>
      <p:sp>
        <p:nvSpPr>
          <p:cNvPr id="6" name="Slide Number Placeholder 5"/>
          <p:cNvSpPr>
            <a:spLocks noGrp="1"/>
          </p:cNvSpPr>
          <p:nvPr>
            <p:ph type="sldNum" sz="quarter" idx="4"/>
          </p:nvPr>
        </p:nvSpPr>
        <p:spPr>
          <a:xfrm>
            <a:off x="8286752" y="4762501"/>
            <a:ext cx="447477" cy="233165"/>
          </a:xfrm>
          <a:prstGeom prst="rect">
            <a:avLst/>
          </a:prstGeom>
        </p:spPr>
        <p:txBody>
          <a:bodyPr vert="horz" wrap="square" lIns="91435" tIns="45718" rIns="91435" bIns="45718" numCol="1" anchor="ctr" anchorCtr="0" compatLnSpc="1">
            <a:prstTxWarp prst="textNoShape">
              <a:avLst/>
            </a:prstTxWarp>
          </a:bodyPr>
          <a:lstStyle>
            <a:lvl1pPr algn="r" eaLnBrk="1" hangingPunct="1">
              <a:defRPr sz="1200">
                <a:solidFill>
                  <a:srgbClr val="898989"/>
                </a:solidFill>
                <a:latin typeface="Myriad Pro" pitchFamily="34" charset="0"/>
              </a:defRPr>
            </a:lvl1pPr>
          </a:lstStyle>
          <a:p>
            <a:pPr marL="0" lvl="0" indent="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2674514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3425" rtl="0" eaLnBrk="1" fontAlgn="base" hangingPunct="1">
        <a:spcBef>
          <a:spcPct val="0"/>
        </a:spcBef>
        <a:spcAft>
          <a:spcPct val="0"/>
        </a:spcAft>
        <a:defRPr sz="2800" b="1" kern="1200">
          <a:solidFill>
            <a:schemeClr val="tx1"/>
          </a:solidFill>
          <a:latin typeface="Times New Roman" panose="02020603050405020304" pitchFamily="18" charset="0"/>
          <a:ea typeface="ＭＳ Ｐゴシック" charset="0"/>
          <a:cs typeface="Times New Roman" panose="02020603050405020304" pitchFamily="18" charset="0"/>
        </a:defRPr>
      </a:lvl1pPr>
      <a:lvl2pPr algn="l" defTabSz="913425" rtl="0" eaLnBrk="1" fontAlgn="base" hangingPunct="1">
        <a:spcBef>
          <a:spcPct val="0"/>
        </a:spcBef>
        <a:spcAft>
          <a:spcPct val="0"/>
        </a:spcAft>
        <a:defRPr sz="2800" b="1">
          <a:solidFill>
            <a:schemeClr val="tx1"/>
          </a:solidFill>
          <a:latin typeface="Myriad Pro" pitchFamily="34" charset="0"/>
          <a:ea typeface="ＭＳ Ｐゴシック" charset="0"/>
        </a:defRPr>
      </a:lvl2pPr>
      <a:lvl3pPr algn="l" defTabSz="913425" rtl="0" eaLnBrk="1" fontAlgn="base" hangingPunct="1">
        <a:spcBef>
          <a:spcPct val="0"/>
        </a:spcBef>
        <a:spcAft>
          <a:spcPct val="0"/>
        </a:spcAft>
        <a:defRPr sz="2800" b="1">
          <a:solidFill>
            <a:schemeClr val="tx1"/>
          </a:solidFill>
          <a:latin typeface="Myriad Pro" pitchFamily="34" charset="0"/>
          <a:ea typeface="ＭＳ Ｐゴシック" charset="0"/>
        </a:defRPr>
      </a:lvl3pPr>
      <a:lvl4pPr algn="l" defTabSz="913425" rtl="0" eaLnBrk="1" fontAlgn="base" hangingPunct="1">
        <a:spcBef>
          <a:spcPct val="0"/>
        </a:spcBef>
        <a:spcAft>
          <a:spcPct val="0"/>
        </a:spcAft>
        <a:defRPr sz="2800" b="1">
          <a:solidFill>
            <a:schemeClr val="tx1"/>
          </a:solidFill>
          <a:latin typeface="Myriad Pro" pitchFamily="34" charset="0"/>
          <a:ea typeface="ＭＳ Ｐゴシック" charset="0"/>
        </a:defRPr>
      </a:lvl4pPr>
      <a:lvl5pPr algn="l" defTabSz="913425" rtl="0" eaLnBrk="1" fontAlgn="base" hangingPunct="1">
        <a:spcBef>
          <a:spcPct val="0"/>
        </a:spcBef>
        <a:spcAft>
          <a:spcPct val="0"/>
        </a:spcAft>
        <a:defRPr sz="2800" b="1">
          <a:solidFill>
            <a:schemeClr val="tx1"/>
          </a:solidFill>
          <a:latin typeface="Myriad Pro" pitchFamily="34" charset="0"/>
          <a:ea typeface="ＭＳ Ｐゴシック" charset="0"/>
        </a:defRPr>
      </a:lvl5pPr>
      <a:lvl6pPr marL="320032" algn="ctr" defTabSz="913425" rtl="0" eaLnBrk="1" fontAlgn="base" hangingPunct="1">
        <a:spcBef>
          <a:spcPct val="0"/>
        </a:spcBef>
        <a:spcAft>
          <a:spcPct val="0"/>
        </a:spcAft>
        <a:defRPr sz="2800" b="1">
          <a:solidFill>
            <a:schemeClr val="tx1"/>
          </a:solidFill>
          <a:latin typeface="Tahoma" panose="020B0604030504040204" pitchFamily="34" charset="0"/>
        </a:defRPr>
      </a:lvl6pPr>
      <a:lvl7pPr marL="640064" algn="ctr" defTabSz="913425" rtl="0" eaLnBrk="1" fontAlgn="base" hangingPunct="1">
        <a:spcBef>
          <a:spcPct val="0"/>
        </a:spcBef>
        <a:spcAft>
          <a:spcPct val="0"/>
        </a:spcAft>
        <a:defRPr sz="2800" b="1">
          <a:solidFill>
            <a:schemeClr val="tx1"/>
          </a:solidFill>
          <a:latin typeface="Tahoma" panose="020B0604030504040204" pitchFamily="34" charset="0"/>
        </a:defRPr>
      </a:lvl7pPr>
      <a:lvl8pPr marL="960096" algn="ctr" defTabSz="913425" rtl="0" eaLnBrk="1" fontAlgn="base" hangingPunct="1">
        <a:spcBef>
          <a:spcPct val="0"/>
        </a:spcBef>
        <a:spcAft>
          <a:spcPct val="0"/>
        </a:spcAft>
        <a:defRPr sz="2800" b="1">
          <a:solidFill>
            <a:schemeClr val="tx1"/>
          </a:solidFill>
          <a:latin typeface="Tahoma" panose="020B0604030504040204" pitchFamily="34" charset="0"/>
        </a:defRPr>
      </a:lvl8pPr>
      <a:lvl9pPr marL="1280128" algn="ctr" defTabSz="913425" rtl="0" eaLnBrk="1" fontAlgn="base" hangingPunct="1">
        <a:spcBef>
          <a:spcPct val="0"/>
        </a:spcBef>
        <a:spcAft>
          <a:spcPct val="0"/>
        </a:spcAft>
        <a:defRPr sz="2800" b="1">
          <a:solidFill>
            <a:schemeClr val="tx1"/>
          </a:solidFill>
          <a:latin typeface="Tahoma" panose="020B0604030504040204" pitchFamily="34" charset="0"/>
        </a:defRPr>
      </a:lvl9pPr>
    </p:titleStyle>
    <p:bodyStyle>
      <a:lvl1pPr marL="342257" indent="-342257" algn="l" defTabSz="913425" rtl="0" eaLnBrk="1" fontAlgn="base" hangingPunct="1">
        <a:spcBef>
          <a:spcPct val="20000"/>
        </a:spcBef>
        <a:spcAft>
          <a:spcPct val="0"/>
        </a:spcAft>
        <a:buFont typeface="Arial" pitchFamily="34" charset="0"/>
        <a:buChar char="•"/>
        <a:defRPr sz="2200" b="1" kern="1200">
          <a:solidFill>
            <a:schemeClr val="tx1"/>
          </a:solidFill>
          <a:latin typeface="Times New Roman" panose="02020603050405020304" pitchFamily="18" charset="0"/>
          <a:ea typeface="ＭＳ Ｐゴシック" charset="0"/>
          <a:cs typeface="Times New Roman" panose="02020603050405020304" pitchFamily="18" charset="0"/>
        </a:defRPr>
      </a:lvl1pPr>
      <a:lvl2pPr marL="742297" indent="-285585" algn="l" defTabSz="913425" rtl="0" eaLnBrk="1" fontAlgn="base" hangingPunct="1">
        <a:spcBef>
          <a:spcPct val="20000"/>
        </a:spcBef>
        <a:spcAft>
          <a:spcPct val="0"/>
        </a:spcAft>
        <a:buFont typeface="Arial" pitchFamily="34" charset="0"/>
        <a:buChar char="–"/>
        <a:defRPr sz="2000" kern="1200">
          <a:solidFill>
            <a:schemeClr val="tx1"/>
          </a:solidFill>
          <a:latin typeface="Times New Roman" panose="02020603050405020304" pitchFamily="18" charset="0"/>
          <a:ea typeface="ＭＳ Ｐゴシック" charset="0"/>
          <a:cs typeface="Times New Roman" panose="02020603050405020304" pitchFamily="18" charset="0"/>
        </a:defRPr>
      </a:lvl2pPr>
      <a:lvl3pPr marL="1142336" indent="-227801" algn="l" defTabSz="913425" rtl="0" eaLnBrk="1" fontAlgn="base" hangingPunct="1">
        <a:spcBef>
          <a:spcPct val="20000"/>
        </a:spcBef>
        <a:spcAft>
          <a:spcPct val="0"/>
        </a:spcAft>
        <a:buFont typeface="Arial" pitchFamily="34" charset="0"/>
        <a:buChar char="•"/>
        <a:defRPr sz="2000" kern="1200">
          <a:solidFill>
            <a:schemeClr val="tx1"/>
          </a:solidFill>
          <a:latin typeface="Times New Roman" panose="02020603050405020304" pitchFamily="18" charset="0"/>
          <a:ea typeface="ＭＳ Ｐゴシック" charset="0"/>
          <a:cs typeface="Times New Roman" panose="02020603050405020304" pitchFamily="18" charset="0"/>
        </a:defRPr>
      </a:lvl3pPr>
      <a:lvl4pPr marL="1599049" indent="-227801" algn="l" defTabSz="913425" rtl="0" eaLnBrk="1" fontAlgn="base" hangingPunct="1">
        <a:spcBef>
          <a:spcPct val="20000"/>
        </a:spcBef>
        <a:spcAft>
          <a:spcPct val="0"/>
        </a:spcAft>
        <a:buFont typeface="Arial" pitchFamily="34" charset="0"/>
        <a:buChar char="–"/>
        <a:defRPr sz="2000" i="1" kern="1200">
          <a:solidFill>
            <a:schemeClr val="tx1"/>
          </a:solidFill>
          <a:latin typeface="Times New Roman" panose="02020603050405020304" pitchFamily="18" charset="0"/>
          <a:ea typeface="ＭＳ Ｐゴシック" charset="0"/>
          <a:cs typeface="Times New Roman" panose="02020603050405020304" pitchFamily="18" charset="0"/>
        </a:defRPr>
      </a:lvl4pPr>
      <a:lvl5pPr marL="2056873" indent="-227801" algn="l" defTabSz="913425" rtl="0" eaLnBrk="1" fontAlgn="base" hangingPunct="1">
        <a:spcBef>
          <a:spcPct val="20000"/>
        </a:spcBef>
        <a:spcAft>
          <a:spcPct val="0"/>
        </a:spcAft>
        <a:buFont typeface="Arial" pitchFamily="34" charset="0"/>
        <a:buChar char="»"/>
        <a:defRPr sz="2000" kern="1200">
          <a:solidFill>
            <a:schemeClr val="tx1"/>
          </a:solidFill>
          <a:latin typeface="Times New Roman" panose="02020603050405020304" pitchFamily="18" charset="0"/>
          <a:ea typeface="ＭＳ Ｐゴシック" charset="0"/>
          <a:cs typeface="Times New Roman" panose="02020603050405020304" pitchFamily="18" charset="0"/>
        </a:defRPr>
      </a:lvl5pPr>
      <a:lvl6pPr marL="2514411"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77"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44"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09"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31" rtl="0" eaLnBrk="1" latinLnBrk="0" hangingPunct="1">
        <a:defRPr sz="1800" kern="1200">
          <a:solidFill>
            <a:schemeClr val="tx1"/>
          </a:solidFill>
          <a:latin typeface="+mn-lt"/>
          <a:ea typeface="+mn-ea"/>
          <a:cs typeface="+mn-cs"/>
        </a:defRPr>
      </a:lvl1pPr>
      <a:lvl2pPr marL="457166" algn="l" defTabSz="914331" rtl="0" eaLnBrk="1" latinLnBrk="0" hangingPunct="1">
        <a:defRPr sz="1800" kern="1200">
          <a:solidFill>
            <a:schemeClr val="tx1"/>
          </a:solidFill>
          <a:latin typeface="+mn-lt"/>
          <a:ea typeface="+mn-ea"/>
          <a:cs typeface="+mn-cs"/>
        </a:defRPr>
      </a:lvl2pPr>
      <a:lvl3pPr marL="914331" algn="l" defTabSz="914331" rtl="0" eaLnBrk="1" latinLnBrk="0" hangingPunct="1">
        <a:defRPr sz="1800" kern="1200">
          <a:solidFill>
            <a:schemeClr val="tx1"/>
          </a:solidFill>
          <a:latin typeface="+mn-lt"/>
          <a:ea typeface="+mn-ea"/>
          <a:cs typeface="+mn-cs"/>
        </a:defRPr>
      </a:lvl3pPr>
      <a:lvl4pPr marL="1371498" algn="l" defTabSz="914331" rtl="0" eaLnBrk="1" latinLnBrk="0" hangingPunct="1">
        <a:defRPr sz="1800" kern="1200">
          <a:solidFill>
            <a:schemeClr val="tx1"/>
          </a:solidFill>
          <a:latin typeface="+mn-lt"/>
          <a:ea typeface="+mn-ea"/>
          <a:cs typeface="+mn-cs"/>
        </a:defRPr>
      </a:lvl4pPr>
      <a:lvl5pPr marL="1828664" algn="l" defTabSz="914331" rtl="0" eaLnBrk="1" latinLnBrk="0" hangingPunct="1">
        <a:defRPr sz="1800" kern="1200">
          <a:solidFill>
            <a:schemeClr val="tx1"/>
          </a:solidFill>
          <a:latin typeface="+mn-lt"/>
          <a:ea typeface="+mn-ea"/>
          <a:cs typeface="+mn-cs"/>
        </a:defRPr>
      </a:lvl5pPr>
      <a:lvl6pPr marL="2285829" algn="l" defTabSz="914331" rtl="0" eaLnBrk="1" latinLnBrk="0" hangingPunct="1">
        <a:defRPr sz="1800" kern="1200">
          <a:solidFill>
            <a:schemeClr val="tx1"/>
          </a:solidFill>
          <a:latin typeface="+mn-lt"/>
          <a:ea typeface="+mn-ea"/>
          <a:cs typeface="+mn-cs"/>
        </a:defRPr>
      </a:lvl6pPr>
      <a:lvl7pPr marL="2742995" algn="l" defTabSz="914331" rtl="0" eaLnBrk="1" latinLnBrk="0" hangingPunct="1">
        <a:defRPr sz="1800" kern="1200">
          <a:solidFill>
            <a:schemeClr val="tx1"/>
          </a:solidFill>
          <a:latin typeface="+mn-lt"/>
          <a:ea typeface="+mn-ea"/>
          <a:cs typeface="+mn-cs"/>
        </a:defRPr>
      </a:lvl7pPr>
      <a:lvl8pPr marL="3200160" algn="l" defTabSz="914331" rtl="0" eaLnBrk="1" latinLnBrk="0" hangingPunct="1">
        <a:defRPr sz="1800" kern="1200">
          <a:solidFill>
            <a:schemeClr val="tx1"/>
          </a:solidFill>
          <a:latin typeface="+mn-lt"/>
          <a:ea typeface="+mn-ea"/>
          <a:cs typeface="+mn-cs"/>
        </a:defRPr>
      </a:lvl8pPr>
      <a:lvl9pPr marL="3657326" algn="l" defTabSz="914331"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401" y="206375"/>
            <a:ext cx="8229203" cy="85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35" tIns="45718" rIns="91435" bIns="45718"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401" y="1200547"/>
            <a:ext cx="8229203" cy="3394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86625" y="4762501"/>
            <a:ext cx="857250" cy="238125"/>
          </a:xfrm>
          <a:prstGeom prst="rect">
            <a:avLst/>
          </a:prstGeom>
        </p:spPr>
        <p:txBody>
          <a:bodyPr vert="horz" wrap="square" lIns="91435" tIns="45718" rIns="91435" bIns="45718" numCol="1" anchor="ctr" anchorCtr="0" compatLnSpc="1">
            <a:prstTxWarp prst="textNoShape">
              <a:avLst/>
            </a:prstTxWarp>
          </a:bodyPr>
          <a:lstStyle>
            <a:lvl1pPr eaLnBrk="1" hangingPunct="1">
              <a:defRPr sz="1200">
                <a:solidFill>
                  <a:srgbClr val="898989"/>
                </a:solidFill>
                <a:latin typeface="Myriad Pro" pitchFamily="34" charset="0"/>
              </a:defRPr>
            </a:lvl1pPr>
          </a:lstStyle>
          <a:p>
            <a:pPr defTabSz="914378"/>
            <a:fld id="{C1A00B59-F77B-4143-9908-A4016BE5E31F}" type="datetimeFigureOut">
              <a:rPr lang="vi-VN" smtClean="0"/>
              <a:pPr defTabSz="914378"/>
              <a:t>13/11/2025</a:t>
            </a:fld>
            <a:endParaRPr lang="vi-VN"/>
          </a:p>
        </p:txBody>
      </p:sp>
      <p:sp>
        <p:nvSpPr>
          <p:cNvPr id="5" name="Footer Placeholder 4"/>
          <p:cNvSpPr>
            <a:spLocks noGrp="1"/>
          </p:cNvSpPr>
          <p:nvPr>
            <p:ph type="ftr" sz="quarter" idx="3"/>
          </p:nvPr>
        </p:nvSpPr>
        <p:spPr>
          <a:xfrm>
            <a:off x="476252" y="4762500"/>
            <a:ext cx="2895203" cy="273844"/>
          </a:xfrm>
          <a:prstGeom prst="rect">
            <a:avLst/>
          </a:prstGeom>
        </p:spPr>
        <p:txBody>
          <a:bodyPr vert="horz" lIns="91435" tIns="45718" rIns="91435" bIns="45718" rtlCol="0" anchor="ctr"/>
          <a:lstStyle>
            <a:lvl1pPr algn="l" defTabSz="914331" eaLnBrk="1" fontAlgn="auto" hangingPunct="1">
              <a:spcBef>
                <a:spcPts val="0"/>
              </a:spcBef>
              <a:spcAft>
                <a:spcPts val="0"/>
              </a:spcAft>
              <a:defRPr sz="1200" u="sng" smtClean="0">
                <a:solidFill>
                  <a:schemeClr val="tx1">
                    <a:tint val="75000"/>
                  </a:schemeClr>
                </a:solidFill>
                <a:latin typeface="Myriad Pro"/>
                <a:ea typeface="+mn-ea"/>
                <a:cs typeface="Myriad Pro"/>
              </a:defRPr>
            </a:lvl1pPr>
          </a:lstStyle>
          <a:p>
            <a:endParaRPr lang="vi-VN">
              <a:solidFill>
                <a:prstClr val="black">
                  <a:tint val="75000"/>
                </a:prstClr>
              </a:solidFill>
            </a:endParaRPr>
          </a:p>
        </p:txBody>
      </p:sp>
      <p:sp>
        <p:nvSpPr>
          <p:cNvPr id="6" name="Slide Number Placeholder 5"/>
          <p:cNvSpPr>
            <a:spLocks noGrp="1"/>
          </p:cNvSpPr>
          <p:nvPr>
            <p:ph type="sldNum" sz="quarter" idx="4"/>
          </p:nvPr>
        </p:nvSpPr>
        <p:spPr>
          <a:xfrm>
            <a:off x="8286752" y="4762501"/>
            <a:ext cx="447477" cy="233165"/>
          </a:xfrm>
          <a:prstGeom prst="rect">
            <a:avLst/>
          </a:prstGeom>
        </p:spPr>
        <p:txBody>
          <a:bodyPr vert="horz" wrap="square" lIns="91435" tIns="45718" rIns="91435" bIns="45718" numCol="1" anchor="ctr" anchorCtr="0" compatLnSpc="1">
            <a:prstTxWarp prst="textNoShape">
              <a:avLst/>
            </a:prstTxWarp>
          </a:bodyPr>
          <a:lstStyle>
            <a:lvl1pPr algn="r" eaLnBrk="1" hangingPunct="1">
              <a:defRPr sz="1200">
                <a:solidFill>
                  <a:srgbClr val="898989"/>
                </a:solidFill>
                <a:latin typeface="Myriad Pro" pitchFamily="34" charset="0"/>
              </a:defRPr>
            </a:lvl1pPr>
          </a:lstStyle>
          <a:p>
            <a:pPr defTabSz="914378"/>
            <a:fld id="{9E5EFB50-D8E2-4F7C-99D3-711EF45CF3D6}" type="slidenum">
              <a:rPr lang="vi-VN" smtClean="0"/>
              <a:pPr defTabSz="914378"/>
              <a:t>‹#›</a:t>
            </a:fld>
            <a:endParaRPr lang="vi-VN"/>
          </a:p>
        </p:txBody>
      </p:sp>
      <p:pic>
        <p:nvPicPr>
          <p:cNvPr id="7" name="Picture 1">
            <a:extLst>
              <a:ext uri="{FF2B5EF4-FFF2-40B4-BE49-F238E27FC236}">
                <a16:creationId xmlns:a16="http://schemas.microsoft.com/office/drawing/2014/main" id="{000FD0A2-6746-439A-AF05-EFEAE9ED1B7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299" y="116088"/>
            <a:ext cx="1815703"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542726"/>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913425" rtl="0" eaLnBrk="1" fontAlgn="base" hangingPunct="1">
        <a:spcBef>
          <a:spcPct val="0"/>
        </a:spcBef>
        <a:spcAft>
          <a:spcPct val="0"/>
        </a:spcAft>
        <a:defRPr sz="2800" b="1" kern="1200">
          <a:solidFill>
            <a:schemeClr val="tx1"/>
          </a:solidFill>
          <a:latin typeface="Times New Roman" panose="02020603050405020304" pitchFamily="18" charset="0"/>
          <a:ea typeface="ＭＳ Ｐゴシック" charset="0"/>
          <a:cs typeface="Times New Roman" panose="02020603050405020304" pitchFamily="18" charset="0"/>
        </a:defRPr>
      </a:lvl1pPr>
      <a:lvl2pPr algn="l" defTabSz="913425" rtl="0" eaLnBrk="1" fontAlgn="base" hangingPunct="1">
        <a:spcBef>
          <a:spcPct val="0"/>
        </a:spcBef>
        <a:spcAft>
          <a:spcPct val="0"/>
        </a:spcAft>
        <a:defRPr sz="2800" b="1">
          <a:solidFill>
            <a:schemeClr val="tx1"/>
          </a:solidFill>
          <a:latin typeface="Myriad Pro" pitchFamily="34" charset="0"/>
          <a:ea typeface="ＭＳ Ｐゴシック" charset="0"/>
        </a:defRPr>
      </a:lvl2pPr>
      <a:lvl3pPr algn="l" defTabSz="913425" rtl="0" eaLnBrk="1" fontAlgn="base" hangingPunct="1">
        <a:spcBef>
          <a:spcPct val="0"/>
        </a:spcBef>
        <a:spcAft>
          <a:spcPct val="0"/>
        </a:spcAft>
        <a:defRPr sz="2800" b="1">
          <a:solidFill>
            <a:schemeClr val="tx1"/>
          </a:solidFill>
          <a:latin typeface="Myriad Pro" pitchFamily="34" charset="0"/>
          <a:ea typeface="ＭＳ Ｐゴシック" charset="0"/>
        </a:defRPr>
      </a:lvl3pPr>
      <a:lvl4pPr algn="l" defTabSz="913425" rtl="0" eaLnBrk="1" fontAlgn="base" hangingPunct="1">
        <a:spcBef>
          <a:spcPct val="0"/>
        </a:spcBef>
        <a:spcAft>
          <a:spcPct val="0"/>
        </a:spcAft>
        <a:defRPr sz="2800" b="1">
          <a:solidFill>
            <a:schemeClr val="tx1"/>
          </a:solidFill>
          <a:latin typeface="Myriad Pro" pitchFamily="34" charset="0"/>
          <a:ea typeface="ＭＳ Ｐゴシック" charset="0"/>
        </a:defRPr>
      </a:lvl4pPr>
      <a:lvl5pPr algn="l" defTabSz="913425" rtl="0" eaLnBrk="1" fontAlgn="base" hangingPunct="1">
        <a:spcBef>
          <a:spcPct val="0"/>
        </a:spcBef>
        <a:spcAft>
          <a:spcPct val="0"/>
        </a:spcAft>
        <a:defRPr sz="2800" b="1">
          <a:solidFill>
            <a:schemeClr val="tx1"/>
          </a:solidFill>
          <a:latin typeface="Myriad Pro" pitchFamily="34" charset="0"/>
          <a:ea typeface="ＭＳ Ｐゴシック" charset="0"/>
        </a:defRPr>
      </a:lvl5pPr>
      <a:lvl6pPr marL="320032" algn="ctr" defTabSz="913425" rtl="0" eaLnBrk="1" fontAlgn="base" hangingPunct="1">
        <a:spcBef>
          <a:spcPct val="0"/>
        </a:spcBef>
        <a:spcAft>
          <a:spcPct val="0"/>
        </a:spcAft>
        <a:defRPr sz="2800" b="1">
          <a:solidFill>
            <a:schemeClr val="tx1"/>
          </a:solidFill>
          <a:latin typeface="Tahoma" panose="020B0604030504040204" pitchFamily="34" charset="0"/>
        </a:defRPr>
      </a:lvl6pPr>
      <a:lvl7pPr marL="640064" algn="ctr" defTabSz="913425" rtl="0" eaLnBrk="1" fontAlgn="base" hangingPunct="1">
        <a:spcBef>
          <a:spcPct val="0"/>
        </a:spcBef>
        <a:spcAft>
          <a:spcPct val="0"/>
        </a:spcAft>
        <a:defRPr sz="2800" b="1">
          <a:solidFill>
            <a:schemeClr val="tx1"/>
          </a:solidFill>
          <a:latin typeface="Tahoma" panose="020B0604030504040204" pitchFamily="34" charset="0"/>
        </a:defRPr>
      </a:lvl7pPr>
      <a:lvl8pPr marL="960096" algn="ctr" defTabSz="913425" rtl="0" eaLnBrk="1" fontAlgn="base" hangingPunct="1">
        <a:spcBef>
          <a:spcPct val="0"/>
        </a:spcBef>
        <a:spcAft>
          <a:spcPct val="0"/>
        </a:spcAft>
        <a:defRPr sz="2800" b="1">
          <a:solidFill>
            <a:schemeClr val="tx1"/>
          </a:solidFill>
          <a:latin typeface="Tahoma" panose="020B0604030504040204" pitchFamily="34" charset="0"/>
        </a:defRPr>
      </a:lvl8pPr>
      <a:lvl9pPr marL="1280128" algn="ctr" defTabSz="913425" rtl="0" eaLnBrk="1" fontAlgn="base" hangingPunct="1">
        <a:spcBef>
          <a:spcPct val="0"/>
        </a:spcBef>
        <a:spcAft>
          <a:spcPct val="0"/>
        </a:spcAft>
        <a:defRPr sz="2800" b="1">
          <a:solidFill>
            <a:schemeClr val="tx1"/>
          </a:solidFill>
          <a:latin typeface="Tahoma" panose="020B0604030504040204" pitchFamily="34" charset="0"/>
        </a:defRPr>
      </a:lvl9pPr>
    </p:titleStyle>
    <p:bodyStyle>
      <a:lvl1pPr marL="342257" indent="-342257" algn="l" defTabSz="913425" rtl="0" eaLnBrk="1" fontAlgn="base" hangingPunct="1">
        <a:spcBef>
          <a:spcPct val="20000"/>
        </a:spcBef>
        <a:spcAft>
          <a:spcPct val="0"/>
        </a:spcAft>
        <a:buFont typeface="Arial" pitchFamily="34" charset="0"/>
        <a:buChar char="•"/>
        <a:defRPr sz="2200" b="1" kern="1200">
          <a:solidFill>
            <a:schemeClr val="tx1"/>
          </a:solidFill>
          <a:latin typeface="Times New Roman" panose="02020603050405020304" pitchFamily="18" charset="0"/>
          <a:ea typeface="ＭＳ Ｐゴシック" charset="0"/>
          <a:cs typeface="Times New Roman" panose="02020603050405020304" pitchFamily="18" charset="0"/>
        </a:defRPr>
      </a:lvl1pPr>
      <a:lvl2pPr marL="742297" indent="-285585" algn="l" defTabSz="913425" rtl="0" eaLnBrk="1" fontAlgn="base" hangingPunct="1">
        <a:spcBef>
          <a:spcPct val="20000"/>
        </a:spcBef>
        <a:spcAft>
          <a:spcPct val="0"/>
        </a:spcAft>
        <a:buFont typeface="Arial" pitchFamily="34" charset="0"/>
        <a:buChar char="–"/>
        <a:defRPr sz="2000" kern="1200">
          <a:solidFill>
            <a:schemeClr val="tx1"/>
          </a:solidFill>
          <a:latin typeface="Times New Roman" panose="02020603050405020304" pitchFamily="18" charset="0"/>
          <a:ea typeface="ＭＳ Ｐゴシック" charset="0"/>
          <a:cs typeface="Times New Roman" panose="02020603050405020304" pitchFamily="18" charset="0"/>
        </a:defRPr>
      </a:lvl2pPr>
      <a:lvl3pPr marL="1142336" indent="-227801" algn="l" defTabSz="913425" rtl="0" eaLnBrk="1" fontAlgn="base" hangingPunct="1">
        <a:spcBef>
          <a:spcPct val="20000"/>
        </a:spcBef>
        <a:spcAft>
          <a:spcPct val="0"/>
        </a:spcAft>
        <a:buFont typeface="Arial" pitchFamily="34" charset="0"/>
        <a:buChar char="•"/>
        <a:defRPr sz="2000" kern="1200">
          <a:solidFill>
            <a:schemeClr val="tx1"/>
          </a:solidFill>
          <a:latin typeface="Times New Roman" panose="02020603050405020304" pitchFamily="18" charset="0"/>
          <a:ea typeface="ＭＳ Ｐゴシック" charset="0"/>
          <a:cs typeface="Times New Roman" panose="02020603050405020304" pitchFamily="18" charset="0"/>
        </a:defRPr>
      </a:lvl3pPr>
      <a:lvl4pPr marL="1599049" indent="-227801" algn="l" defTabSz="913425" rtl="0" eaLnBrk="1" fontAlgn="base" hangingPunct="1">
        <a:spcBef>
          <a:spcPct val="20000"/>
        </a:spcBef>
        <a:spcAft>
          <a:spcPct val="0"/>
        </a:spcAft>
        <a:buFont typeface="Arial" pitchFamily="34" charset="0"/>
        <a:buChar char="–"/>
        <a:defRPr sz="2000" i="1" kern="1200">
          <a:solidFill>
            <a:schemeClr val="tx1"/>
          </a:solidFill>
          <a:latin typeface="Times New Roman" panose="02020603050405020304" pitchFamily="18" charset="0"/>
          <a:ea typeface="ＭＳ Ｐゴシック" charset="0"/>
          <a:cs typeface="Times New Roman" panose="02020603050405020304" pitchFamily="18" charset="0"/>
        </a:defRPr>
      </a:lvl4pPr>
      <a:lvl5pPr marL="2056873" indent="-227801" algn="l" defTabSz="913425" rtl="0" eaLnBrk="1" fontAlgn="base" hangingPunct="1">
        <a:spcBef>
          <a:spcPct val="20000"/>
        </a:spcBef>
        <a:spcAft>
          <a:spcPct val="0"/>
        </a:spcAft>
        <a:buFont typeface="Arial" pitchFamily="34" charset="0"/>
        <a:buChar char="»"/>
        <a:defRPr sz="2000" kern="1200">
          <a:solidFill>
            <a:schemeClr val="tx1"/>
          </a:solidFill>
          <a:latin typeface="Times New Roman" panose="02020603050405020304" pitchFamily="18" charset="0"/>
          <a:ea typeface="ＭＳ Ｐゴシック" charset="0"/>
          <a:cs typeface="Times New Roman" panose="02020603050405020304" pitchFamily="18" charset="0"/>
        </a:defRPr>
      </a:lvl5pPr>
      <a:lvl6pPr marL="2514411"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77"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44"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09"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31" rtl="0" eaLnBrk="1" latinLnBrk="0" hangingPunct="1">
        <a:defRPr sz="1800" kern="1200">
          <a:solidFill>
            <a:schemeClr val="tx1"/>
          </a:solidFill>
          <a:latin typeface="+mn-lt"/>
          <a:ea typeface="+mn-ea"/>
          <a:cs typeface="+mn-cs"/>
        </a:defRPr>
      </a:lvl1pPr>
      <a:lvl2pPr marL="457166" algn="l" defTabSz="914331" rtl="0" eaLnBrk="1" latinLnBrk="0" hangingPunct="1">
        <a:defRPr sz="1800" kern="1200">
          <a:solidFill>
            <a:schemeClr val="tx1"/>
          </a:solidFill>
          <a:latin typeface="+mn-lt"/>
          <a:ea typeface="+mn-ea"/>
          <a:cs typeface="+mn-cs"/>
        </a:defRPr>
      </a:lvl2pPr>
      <a:lvl3pPr marL="914331" algn="l" defTabSz="914331" rtl="0" eaLnBrk="1" latinLnBrk="0" hangingPunct="1">
        <a:defRPr sz="1800" kern="1200">
          <a:solidFill>
            <a:schemeClr val="tx1"/>
          </a:solidFill>
          <a:latin typeface="+mn-lt"/>
          <a:ea typeface="+mn-ea"/>
          <a:cs typeface="+mn-cs"/>
        </a:defRPr>
      </a:lvl3pPr>
      <a:lvl4pPr marL="1371498" algn="l" defTabSz="914331" rtl="0" eaLnBrk="1" latinLnBrk="0" hangingPunct="1">
        <a:defRPr sz="1800" kern="1200">
          <a:solidFill>
            <a:schemeClr val="tx1"/>
          </a:solidFill>
          <a:latin typeface="+mn-lt"/>
          <a:ea typeface="+mn-ea"/>
          <a:cs typeface="+mn-cs"/>
        </a:defRPr>
      </a:lvl4pPr>
      <a:lvl5pPr marL="1828664" algn="l" defTabSz="914331" rtl="0" eaLnBrk="1" latinLnBrk="0" hangingPunct="1">
        <a:defRPr sz="1800" kern="1200">
          <a:solidFill>
            <a:schemeClr val="tx1"/>
          </a:solidFill>
          <a:latin typeface="+mn-lt"/>
          <a:ea typeface="+mn-ea"/>
          <a:cs typeface="+mn-cs"/>
        </a:defRPr>
      </a:lvl5pPr>
      <a:lvl6pPr marL="2285829" algn="l" defTabSz="914331" rtl="0" eaLnBrk="1" latinLnBrk="0" hangingPunct="1">
        <a:defRPr sz="1800" kern="1200">
          <a:solidFill>
            <a:schemeClr val="tx1"/>
          </a:solidFill>
          <a:latin typeface="+mn-lt"/>
          <a:ea typeface="+mn-ea"/>
          <a:cs typeface="+mn-cs"/>
        </a:defRPr>
      </a:lvl6pPr>
      <a:lvl7pPr marL="2742995" algn="l" defTabSz="914331" rtl="0" eaLnBrk="1" latinLnBrk="0" hangingPunct="1">
        <a:defRPr sz="1800" kern="1200">
          <a:solidFill>
            <a:schemeClr val="tx1"/>
          </a:solidFill>
          <a:latin typeface="+mn-lt"/>
          <a:ea typeface="+mn-ea"/>
          <a:cs typeface="+mn-cs"/>
        </a:defRPr>
      </a:lvl7pPr>
      <a:lvl8pPr marL="3200160" algn="l" defTabSz="914331" rtl="0" eaLnBrk="1" latinLnBrk="0" hangingPunct="1">
        <a:defRPr sz="1800" kern="1200">
          <a:solidFill>
            <a:schemeClr val="tx1"/>
          </a:solidFill>
          <a:latin typeface="+mn-lt"/>
          <a:ea typeface="+mn-ea"/>
          <a:cs typeface="+mn-cs"/>
        </a:defRPr>
      </a:lvl8pPr>
      <a:lvl9pPr marL="3657326" algn="l" defTabSz="914331"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401" y="206375"/>
            <a:ext cx="8229203" cy="85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35" tIns="45718" rIns="91435" bIns="45718"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401" y="1200547"/>
            <a:ext cx="8229203" cy="3394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86625" y="4762501"/>
            <a:ext cx="857250" cy="238125"/>
          </a:xfrm>
          <a:prstGeom prst="rect">
            <a:avLst/>
          </a:prstGeom>
        </p:spPr>
        <p:txBody>
          <a:bodyPr vert="horz" wrap="square" lIns="91435" tIns="45718" rIns="91435" bIns="45718" numCol="1" anchor="ctr" anchorCtr="0" compatLnSpc="1">
            <a:prstTxWarp prst="textNoShape">
              <a:avLst/>
            </a:prstTxWarp>
          </a:bodyPr>
          <a:lstStyle>
            <a:lvl1pPr eaLnBrk="1" hangingPunct="1">
              <a:defRPr sz="1200">
                <a:solidFill>
                  <a:srgbClr val="898989"/>
                </a:solidFill>
                <a:latin typeface="Myriad Pro" pitchFamily="34" charset="0"/>
              </a:defRPr>
            </a:lvl1pPr>
          </a:lstStyle>
          <a:p>
            <a:pPr defTabSz="914378"/>
            <a:fld id="{C1A00B59-F77B-4143-9908-A4016BE5E31F}" type="datetimeFigureOut">
              <a:rPr lang="vi-VN" smtClean="0"/>
              <a:pPr defTabSz="914378"/>
              <a:t>13/11/2025</a:t>
            </a:fld>
            <a:endParaRPr lang="vi-VN"/>
          </a:p>
        </p:txBody>
      </p:sp>
      <p:sp>
        <p:nvSpPr>
          <p:cNvPr id="5" name="Footer Placeholder 4"/>
          <p:cNvSpPr>
            <a:spLocks noGrp="1"/>
          </p:cNvSpPr>
          <p:nvPr>
            <p:ph type="ftr" sz="quarter" idx="3"/>
          </p:nvPr>
        </p:nvSpPr>
        <p:spPr>
          <a:xfrm>
            <a:off x="476252" y="4762500"/>
            <a:ext cx="2895203" cy="273844"/>
          </a:xfrm>
          <a:prstGeom prst="rect">
            <a:avLst/>
          </a:prstGeom>
        </p:spPr>
        <p:txBody>
          <a:bodyPr vert="horz" lIns="91435" tIns="45718" rIns="91435" bIns="45718" rtlCol="0" anchor="ctr"/>
          <a:lstStyle>
            <a:lvl1pPr algn="l" defTabSz="914331" eaLnBrk="1" fontAlgn="auto" hangingPunct="1">
              <a:spcBef>
                <a:spcPts val="0"/>
              </a:spcBef>
              <a:spcAft>
                <a:spcPts val="0"/>
              </a:spcAft>
              <a:defRPr sz="1200" u="sng" smtClean="0">
                <a:solidFill>
                  <a:schemeClr val="tx1">
                    <a:tint val="75000"/>
                  </a:schemeClr>
                </a:solidFill>
                <a:latin typeface="Myriad Pro"/>
                <a:ea typeface="+mn-ea"/>
                <a:cs typeface="Myriad Pro"/>
              </a:defRPr>
            </a:lvl1pPr>
          </a:lstStyle>
          <a:p>
            <a:endParaRPr lang="vi-VN">
              <a:solidFill>
                <a:prstClr val="black">
                  <a:tint val="75000"/>
                </a:prstClr>
              </a:solidFill>
            </a:endParaRPr>
          </a:p>
        </p:txBody>
      </p:sp>
      <p:sp>
        <p:nvSpPr>
          <p:cNvPr id="6" name="Slide Number Placeholder 5"/>
          <p:cNvSpPr>
            <a:spLocks noGrp="1"/>
          </p:cNvSpPr>
          <p:nvPr>
            <p:ph type="sldNum" sz="quarter" idx="4"/>
          </p:nvPr>
        </p:nvSpPr>
        <p:spPr>
          <a:xfrm>
            <a:off x="8286752" y="4762501"/>
            <a:ext cx="447477" cy="233165"/>
          </a:xfrm>
          <a:prstGeom prst="rect">
            <a:avLst/>
          </a:prstGeom>
        </p:spPr>
        <p:txBody>
          <a:bodyPr vert="horz" wrap="square" lIns="91435" tIns="45718" rIns="91435" bIns="45718" numCol="1" anchor="ctr" anchorCtr="0" compatLnSpc="1">
            <a:prstTxWarp prst="textNoShape">
              <a:avLst/>
            </a:prstTxWarp>
          </a:bodyPr>
          <a:lstStyle>
            <a:lvl1pPr algn="r" eaLnBrk="1" hangingPunct="1">
              <a:defRPr sz="1200">
                <a:solidFill>
                  <a:srgbClr val="898989"/>
                </a:solidFill>
                <a:latin typeface="Myriad Pro" pitchFamily="34" charset="0"/>
              </a:defRPr>
            </a:lvl1pPr>
          </a:lstStyle>
          <a:p>
            <a:pPr defTabSz="914378"/>
            <a:fld id="{9E5EFB50-D8E2-4F7C-99D3-711EF45CF3D6}" type="slidenum">
              <a:rPr lang="vi-VN" smtClean="0"/>
              <a:pPr defTabSz="914378"/>
              <a:t>‹#›</a:t>
            </a:fld>
            <a:endParaRPr lang="vi-VN"/>
          </a:p>
        </p:txBody>
      </p:sp>
      <p:pic>
        <p:nvPicPr>
          <p:cNvPr id="7" name="Picture 1">
            <a:extLst>
              <a:ext uri="{FF2B5EF4-FFF2-40B4-BE49-F238E27FC236}">
                <a16:creationId xmlns:a16="http://schemas.microsoft.com/office/drawing/2014/main" id="{ABAD3F5B-4EA5-4E5E-B403-A091DFB172D6}"/>
              </a:ext>
            </a:extLst>
          </p:cNvPr>
          <p:cNvPicPr>
            <a:picLocks noChangeAspect="1" noChangeArrowheads="1"/>
          </p:cNvPicPr>
          <p:nvPr userDrawn="1"/>
        </p:nvPicPr>
        <p:blipFill>
          <a:blip r:embed="rId22">
            <a:extLst>
              <a:ext uri="{28A0092B-C50C-407E-A947-70E740481C1C}">
                <a14:useLocalDpi xmlns:a14="http://schemas.microsoft.com/office/drawing/2010/main" val="0"/>
              </a:ext>
            </a:extLst>
          </a:blip>
          <a:srcRect/>
          <a:stretch>
            <a:fillRect/>
          </a:stretch>
        </p:blipFill>
        <p:spPr bwMode="auto">
          <a:xfrm>
            <a:off x="89299" y="116088"/>
            <a:ext cx="1815703"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946155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Lst>
  <p:txStyles>
    <p:titleStyle>
      <a:lvl1pPr algn="l" defTabSz="913425" rtl="0" eaLnBrk="1" fontAlgn="base" hangingPunct="1">
        <a:spcBef>
          <a:spcPct val="0"/>
        </a:spcBef>
        <a:spcAft>
          <a:spcPct val="0"/>
        </a:spcAft>
        <a:defRPr sz="2800" b="1" kern="1200">
          <a:solidFill>
            <a:schemeClr val="tx1"/>
          </a:solidFill>
          <a:latin typeface="Times New Roman" panose="02020603050405020304" pitchFamily="18" charset="0"/>
          <a:ea typeface="ＭＳ Ｐゴシック" charset="0"/>
          <a:cs typeface="Times New Roman" panose="02020603050405020304" pitchFamily="18" charset="0"/>
        </a:defRPr>
      </a:lvl1pPr>
      <a:lvl2pPr algn="l" defTabSz="913425" rtl="0" eaLnBrk="1" fontAlgn="base" hangingPunct="1">
        <a:spcBef>
          <a:spcPct val="0"/>
        </a:spcBef>
        <a:spcAft>
          <a:spcPct val="0"/>
        </a:spcAft>
        <a:defRPr sz="2800" b="1">
          <a:solidFill>
            <a:schemeClr val="tx1"/>
          </a:solidFill>
          <a:latin typeface="Myriad Pro" pitchFamily="34" charset="0"/>
          <a:ea typeface="ＭＳ Ｐゴシック" charset="0"/>
        </a:defRPr>
      </a:lvl2pPr>
      <a:lvl3pPr algn="l" defTabSz="913425" rtl="0" eaLnBrk="1" fontAlgn="base" hangingPunct="1">
        <a:spcBef>
          <a:spcPct val="0"/>
        </a:spcBef>
        <a:spcAft>
          <a:spcPct val="0"/>
        </a:spcAft>
        <a:defRPr sz="2800" b="1">
          <a:solidFill>
            <a:schemeClr val="tx1"/>
          </a:solidFill>
          <a:latin typeface="Myriad Pro" pitchFamily="34" charset="0"/>
          <a:ea typeface="ＭＳ Ｐゴシック" charset="0"/>
        </a:defRPr>
      </a:lvl3pPr>
      <a:lvl4pPr algn="l" defTabSz="913425" rtl="0" eaLnBrk="1" fontAlgn="base" hangingPunct="1">
        <a:spcBef>
          <a:spcPct val="0"/>
        </a:spcBef>
        <a:spcAft>
          <a:spcPct val="0"/>
        </a:spcAft>
        <a:defRPr sz="2800" b="1">
          <a:solidFill>
            <a:schemeClr val="tx1"/>
          </a:solidFill>
          <a:latin typeface="Myriad Pro" pitchFamily="34" charset="0"/>
          <a:ea typeface="ＭＳ Ｐゴシック" charset="0"/>
        </a:defRPr>
      </a:lvl4pPr>
      <a:lvl5pPr algn="l" defTabSz="913425" rtl="0" eaLnBrk="1" fontAlgn="base" hangingPunct="1">
        <a:spcBef>
          <a:spcPct val="0"/>
        </a:spcBef>
        <a:spcAft>
          <a:spcPct val="0"/>
        </a:spcAft>
        <a:defRPr sz="2800" b="1">
          <a:solidFill>
            <a:schemeClr val="tx1"/>
          </a:solidFill>
          <a:latin typeface="Myriad Pro" pitchFamily="34" charset="0"/>
          <a:ea typeface="ＭＳ Ｐゴシック" charset="0"/>
        </a:defRPr>
      </a:lvl5pPr>
      <a:lvl6pPr marL="320032" algn="ctr" defTabSz="913425" rtl="0" eaLnBrk="1" fontAlgn="base" hangingPunct="1">
        <a:spcBef>
          <a:spcPct val="0"/>
        </a:spcBef>
        <a:spcAft>
          <a:spcPct val="0"/>
        </a:spcAft>
        <a:defRPr sz="2800" b="1">
          <a:solidFill>
            <a:schemeClr val="tx1"/>
          </a:solidFill>
          <a:latin typeface="Tahoma" panose="020B0604030504040204" pitchFamily="34" charset="0"/>
        </a:defRPr>
      </a:lvl6pPr>
      <a:lvl7pPr marL="640064" algn="ctr" defTabSz="913425" rtl="0" eaLnBrk="1" fontAlgn="base" hangingPunct="1">
        <a:spcBef>
          <a:spcPct val="0"/>
        </a:spcBef>
        <a:spcAft>
          <a:spcPct val="0"/>
        </a:spcAft>
        <a:defRPr sz="2800" b="1">
          <a:solidFill>
            <a:schemeClr val="tx1"/>
          </a:solidFill>
          <a:latin typeface="Tahoma" panose="020B0604030504040204" pitchFamily="34" charset="0"/>
        </a:defRPr>
      </a:lvl7pPr>
      <a:lvl8pPr marL="960096" algn="ctr" defTabSz="913425" rtl="0" eaLnBrk="1" fontAlgn="base" hangingPunct="1">
        <a:spcBef>
          <a:spcPct val="0"/>
        </a:spcBef>
        <a:spcAft>
          <a:spcPct val="0"/>
        </a:spcAft>
        <a:defRPr sz="2800" b="1">
          <a:solidFill>
            <a:schemeClr val="tx1"/>
          </a:solidFill>
          <a:latin typeface="Tahoma" panose="020B0604030504040204" pitchFamily="34" charset="0"/>
        </a:defRPr>
      </a:lvl8pPr>
      <a:lvl9pPr marL="1280128" algn="ctr" defTabSz="913425" rtl="0" eaLnBrk="1" fontAlgn="base" hangingPunct="1">
        <a:spcBef>
          <a:spcPct val="0"/>
        </a:spcBef>
        <a:spcAft>
          <a:spcPct val="0"/>
        </a:spcAft>
        <a:defRPr sz="2800" b="1">
          <a:solidFill>
            <a:schemeClr val="tx1"/>
          </a:solidFill>
          <a:latin typeface="Tahoma" panose="020B0604030504040204" pitchFamily="34" charset="0"/>
        </a:defRPr>
      </a:lvl9pPr>
    </p:titleStyle>
    <p:bodyStyle>
      <a:lvl1pPr marL="342257" indent="-342257" algn="l" defTabSz="913425" rtl="0" eaLnBrk="1" fontAlgn="base" hangingPunct="1">
        <a:spcBef>
          <a:spcPct val="20000"/>
        </a:spcBef>
        <a:spcAft>
          <a:spcPct val="0"/>
        </a:spcAft>
        <a:buFont typeface="Arial" pitchFamily="34" charset="0"/>
        <a:buChar char="•"/>
        <a:defRPr sz="2200" b="1" kern="1200">
          <a:solidFill>
            <a:schemeClr val="tx1"/>
          </a:solidFill>
          <a:latin typeface="Times New Roman" panose="02020603050405020304" pitchFamily="18" charset="0"/>
          <a:ea typeface="ＭＳ Ｐゴシック" charset="0"/>
          <a:cs typeface="Times New Roman" panose="02020603050405020304" pitchFamily="18" charset="0"/>
        </a:defRPr>
      </a:lvl1pPr>
      <a:lvl2pPr marL="742297" indent="-285585" algn="l" defTabSz="913425" rtl="0" eaLnBrk="1" fontAlgn="base" hangingPunct="1">
        <a:spcBef>
          <a:spcPct val="20000"/>
        </a:spcBef>
        <a:spcAft>
          <a:spcPct val="0"/>
        </a:spcAft>
        <a:buFont typeface="Arial" pitchFamily="34" charset="0"/>
        <a:buChar char="–"/>
        <a:defRPr sz="2000" kern="1200">
          <a:solidFill>
            <a:schemeClr val="tx1"/>
          </a:solidFill>
          <a:latin typeface="Times New Roman" panose="02020603050405020304" pitchFamily="18" charset="0"/>
          <a:ea typeface="ＭＳ Ｐゴシック" charset="0"/>
          <a:cs typeface="Times New Roman" panose="02020603050405020304" pitchFamily="18" charset="0"/>
        </a:defRPr>
      </a:lvl2pPr>
      <a:lvl3pPr marL="1142336" indent="-227801" algn="l" defTabSz="913425" rtl="0" eaLnBrk="1" fontAlgn="base" hangingPunct="1">
        <a:spcBef>
          <a:spcPct val="20000"/>
        </a:spcBef>
        <a:spcAft>
          <a:spcPct val="0"/>
        </a:spcAft>
        <a:buFont typeface="Arial" pitchFamily="34" charset="0"/>
        <a:buChar char="•"/>
        <a:defRPr sz="2000" kern="1200">
          <a:solidFill>
            <a:schemeClr val="tx1"/>
          </a:solidFill>
          <a:latin typeface="Times New Roman" panose="02020603050405020304" pitchFamily="18" charset="0"/>
          <a:ea typeface="ＭＳ Ｐゴシック" charset="0"/>
          <a:cs typeface="Times New Roman" panose="02020603050405020304" pitchFamily="18" charset="0"/>
        </a:defRPr>
      </a:lvl3pPr>
      <a:lvl4pPr marL="1599049" indent="-227801" algn="l" defTabSz="913425" rtl="0" eaLnBrk="1" fontAlgn="base" hangingPunct="1">
        <a:spcBef>
          <a:spcPct val="20000"/>
        </a:spcBef>
        <a:spcAft>
          <a:spcPct val="0"/>
        </a:spcAft>
        <a:buFont typeface="Arial" pitchFamily="34" charset="0"/>
        <a:buChar char="–"/>
        <a:defRPr sz="2000" i="1" kern="1200">
          <a:solidFill>
            <a:schemeClr val="tx1"/>
          </a:solidFill>
          <a:latin typeface="Times New Roman" panose="02020603050405020304" pitchFamily="18" charset="0"/>
          <a:ea typeface="ＭＳ Ｐゴシック" charset="0"/>
          <a:cs typeface="Times New Roman" panose="02020603050405020304" pitchFamily="18" charset="0"/>
        </a:defRPr>
      </a:lvl4pPr>
      <a:lvl5pPr marL="2056873" indent="-227801" algn="l" defTabSz="913425" rtl="0" eaLnBrk="1" fontAlgn="base" hangingPunct="1">
        <a:spcBef>
          <a:spcPct val="20000"/>
        </a:spcBef>
        <a:spcAft>
          <a:spcPct val="0"/>
        </a:spcAft>
        <a:buFont typeface="Arial" pitchFamily="34" charset="0"/>
        <a:buChar char="»"/>
        <a:defRPr sz="2000" kern="1200">
          <a:solidFill>
            <a:schemeClr val="tx1"/>
          </a:solidFill>
          <a:latin typeface="Times New Roman" panose="02020603050405020304" pitchFamily="18" charset="0"/>
          <a:ea typeface="ＭＳ Ｐゴシック" charset="0"/>
          <a:cs typeface="Times New Roman" panose="02020603050405020304" pitchFamily="18" charset="0"/>
        </a:defRPr>
      </a:lvl5pPr>
      <a:lvl6pPr marL="2514411"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77"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44"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09"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31" rtl="0" eaLnBrk="1" latinLnBrk="0" hangingPunct="1">
        <a:defRPr sz="1800" kern="1200">
          <a:solidFill>
            <a:schemeClr val="tx1"/>
          </a:solidFill>
          <a:latin typeface="+mn-lt"/>
          <a:ea typeface="+mn-ea"/>
          <a:cs typeface="+mn-cs"/>
        </a:defRPr>
      </a:lvl1pPr>
      <a:lvl2pPr marL="457166" algn="l" defTabSz="914331" rtl="0" eaLnBrk="1" latinLnBrk="0" hangingPunct="1">
        <a:defRPr sz="1800" kern="1200">
          <a:solidFill>
            <a:schemeClr val="tx1"/>
          </a:solidFill>
          <a:latin typeface="+mn-lt"/>
          <a:ea typeface="+mn-ea"/>
          <a:cs typeface="+mn-cs"/>
        </a:defRPr>
      </a:lvl2pPr>
      <a:lvl3pPr marL="914331" algn="l" defTabSz="914331" rtl="0" eaLnBrk="1" latinLnBrk="0" hangingPunct="1">
        <a:defRPr sz="1800" kern="1200">
          <a:solidFill>
            <a:schemeClr val="tx1"/>
          </a:solidFill>
          <a:latin typeface="+mn-lt"/>
          <a:ea typeface="+mn-ea"/>
          <a:cs typeface="+mn-cs"/>
        </a:defRPr>
      </a:lvl3pPr>
      <a:lvl4pPr marL="1371498" algn="l" defTabSz="914331" rtl="0" eaLnBrk="1" latinLnBrk="0" hangingPunct="1">
        <a:defRPr sz="1800" kern="1200">
          <a:solidFill>
            <a:schemeClr val="tx1"/>
          </a:solidFill>
          <a:latin typeface="+mn-lt"/>
          <a:ea typeface="+mn-ea"/>
          <a:cs typeface="+mn-cs"/>
        </a:defRPr>
      </a:lvl4pPr>
      <a:lvl5pPr marL="1828664" algn="l" defTabSz="914331" rtl="0" eaLnBrk="1" latinLnBrk="0" hangingPunct="1">
        <a:defRPr sz="1800" kern="1200">
          <a:solidFill>
            <a:schemeClr val="tx1"/>
          </a:solidFill>
          <a:latin typeface="+mn-lt"/>
          <a:ea typeface="+mn-ea"/>
          <a:cs typeface="+mn-cs"/>
        </a:defRPr>
      </a:lvl5pPr>
      <a:lvl6pPr marL="2285829" algn="l" defTabSz="914331" rtl="0" eaLnBrk="1" latinLnBrk="0" hangingPunct="1">
        <a:defRPr sz="1800" kern="1200">
          <a:solidFill>
            <a:schemeClr val="tx1"/>
          </a:solidFill>
          <a:latin typeface="+mn-lt"/>
          <a:ea typeface="+mn-ea"/>
          <a:cs typeface="+mn-cs"/>
        </a:defRPr>
      </a:lvl6pPr>
      <a:lvl7pPr marL="2742995" algn="l" defTabSz="914331" rtl="0" eaLnBrk="1" latinLnBrk="0" hangingPunct="1">
        <a:defRPr sz="1800" kern="1200">
          <a:solidFill>
            <a:schemeClr val="tx1"/>
          </a:solidFill>
          <a:latin typeface="+mn-lt"/>
          <a:ea typeface="+mn-ea"/>
          <a:cs typeface="+mn-cs"/>
        </a:defRPr>
      </a:lvl7pPr>
      <a:lvl8pPr marL="3200160" algn="l" defTabSz="914331" rtl="0" eaLnBrk="1" latinLnBrk="0" hangingPunct="1">
        <a:defRPr sz="1800" kern="1200">
          <a:solidFill>
            <a:schemeClr val="tx1"/>
          </a:solidFill>
          <a:latin typeface="+mn-lt"/>
          <a:ea typeface="+mn-ea"/>
          <a:cs typeface="+mn-cs"/>
        </a:defRPr>
      </a:lvl8pPr>
      <a:lvl9pPr marL="3657326" algn="l" defTabSz="914331"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hyperlink" Target="http://developer.android.com/reference/android/database/Cursor.html" TargetMode="External"/><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hyperlink" Target="https://google-developer-training.github.io/android-developer-fundamentals-course-concepts-v2/" TargetMode="External"/><Relationship Id="rId2" Type="http://schemas.openxmlformats.org/officeDocument/2006/relationships/hyperlink" Target="https://developer.android.com/codelabs/android-room-with-a-view#0" TargetMode="Externa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p:spPr>
        <p:txBody>
          <a:bodyPr spcFirstLastPara="1" wrap="square" lIns="91425" tIns="91425" rIns="91425" bIns="91425" anchor="b" anchorCtr="0">
            <a:noAutofit/>
          </a:bodyPr>
          <a:lstStyle/>
          <a:p>
            <a:pPr marL="0" lvl="0" indent="0">
              <a:spcBef>
                <a:spcPts val="0"/>
              </a:spcBef>
              <a:spcAft>
                <a:spcPts val="0"/>
              </a:spcAft>
              <a:buNone/>
            </a:pPr>
            <a:r>
              <a:rPr lang="en-GB" dirty="0"/>
              <a:t>Data Storage</a:t>
            </a:r>
            <a:endParaRPr dirty="0"/>
          </a:p>
        </p:txBody>
      </p:sp>
      <p:sp>
        <p:nvSpPr>
          <p:cNvPr id="3" name="Subtitle 2">
            <a:extLst>
              <a:ext uri="{FF2B5EF4-FFF2-40B4-BE49-F238E27FC236}">
                <a16:creationId xmlns:a16="http://schemas.microsoft.com/office/drawing/2014/main" id="{BB733923-5AFE-4DA5-848B-8AA5FE718399}"/>
              </a:ext>
            </a:extLst>
          </p:cNvPr>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57475-DA01-4456-AFD3-A2E1EE0F0205}"/>
              </a:ext>
            </a:extLst>
          </p:cNvPr>
          <p:cNvSpPr>
            <a:spLocks noGrp="1"/>
          </p:cNvSpPr>
          <p:nvPr>
            <p:ph type="title"/>
          </p:nvPr>
        </p:nvSpPr>
        <p:spPr/>
        <p:txBody>
          <a:bodyPr/>
          <a:lstStyle/>
          <a:p>
            <a:r>
              <a:rPr lang="en-US" dirty="0"/>
              <a:t>Contents</a:t>
            </a:r>
          </a:p>
        </p:txBody>
      </p:sp>
      <p:sp>
        <p:nvSpPr>
          <p:cNvPr id="3" name="Text Placeholder 2">
            <a:extLst>
              <a:ext uri="{FF2B5EF4-FFF2-40B4-BE49-F238E27FC236}">
                <a16:creationId xmlns:a16="http://schemas.microsoft.com/office/drawing/2014/main" id="{FD95F133-C263-4686-883B-EFD4D8778AAD}"/>
              </a:ext>
            </a:extLst>
          </p:cNvPr>
          <p:cNvSpPr>
            <a:spLocks noGrp="1"/>
          </p:cNvSpPr>
          <p:nvPr>
            <p:ph type="body" idx="1"/>
          </p:nvPr>
        </p:nvSpPr>
        <p:spPr/>
        <p:txBody>
          <a:bodyPr/>
          <a:lstStyle/>
          <a:p>
            <a:pPr marL="457200" lvl="0" indent="-368300" algn="l" rtl="0">
              <a:spcBef>
                <a:spcPts val="1000"/>
              </a:spcBef>
              <a:spcAft>
                <a:spcPts val="0"/>
              </a:spcAft>
              <a:buSzPts val="2200"/>
              <a:buChar char="●"/>
            </a:pPr>
            <a:r>
              <a:rPr lang="en-US" dirty="0"/>
              <a:t>Shared Preferences</a:t>
            </a:r>
          </a:p>
          <a:p>
            <a:pPr marL="457200" lvl="0" indent="-368300" algn="l" rtl="0">
              <a:spcBef>
                <a:spcPts val="1000"/>
              </a:spcBef>
              <a:spcAft>
                <a:spcPts val="0"/>
              </a:spcAft>
              <a:buSzPts val="2200"/>
              <a:buChar char="●"/>
            </a:pPr>
            <a:r>
              <a:rPr lang="en-US" dirty="0"/>
              <a:t>Internal/External Files</a:t>
            </a:r>
          </a:p>
          <a:p>
            <a:pPr marL="457200" lvl="0" indent="-368300" algn="l" rtl="0">
              <a:spcBef>
                <a:spcPts val="1000"/>
              </a:spcBef>
              <a:spcAft>
                <a:spcPts val="0"/>
              </a:spcAft>
              <a:buSzPts val="2200"/>
              <a:buChar char="●"/>
            </a:pPr>
            <a:r>
              <a:rPr lang="en-US" dirty="0" err="1"/>
              <a:t>Sqlite</a:t>
            </a:r>
            <a:endParaRPr lang="en-US" dirty="0"/>
          </a:p>
          <a:p>
            <a:pPr marL="457200" lvl="0" indent="-368300" algn="l" rtl="0">
              <a:spcBef>
                <a:spcPts val="1000"/>
              </a:spcBef>
              <a:spcAft>
                <a:spcPts val="0"/>
              </a:spcAft>
              <a:buSzPts val="2200"/>
              <a:buChar char="●"/>
            </a:pPr>
            <a:r>
              <a:rPr lang="en-US" dirty="0"/>
              <a:t>Room database</a:t>
            </a:r>
          </a:p>
          <a:p>
            <a:endParaRPr lang="en-US" dirty="0"/>
          </a:p>
        </p:txBody>
      </p:sp>
    </p:spTree>
    <p:extLst>
      <p:ext uri="{BB962C8B-B14F-4D97-AF65-F5344CB8AC3E}">
        <p14:creationId xmlns:p14="http://schemas.microsoft.com/office/powerpoint/2010/main" val="652985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4EE42-C8CE-4DBA-A818-72EA395B7AD8}"/>
              </a:ext>
            </a:extLst>
          </p:cNvPr>
          <p:cNvSpPr>
            <a:spLocks noGrp="1"/>
          </p:cNvSpPr>
          <p:nvPr>
            <p:ph type="title"/>
          </p:nvPr>
        </p:nvSpPr>
        <p:spPr/>
        <p:txBody>
          <a:bodyPr/>
          <a:lstStyle/>
          <a:p>
            <a:r>
              <a:rPr lang="en-US" sz="2800" dirty="0"/>
              <a:t>Shared Preferences</a:t>
            </a:r>
            <a:endParaRPr lang="en-US" dirty="0"/>
          </a:p>
        </p:txBody>
      </p:sp>
      <p:sp>
        <p:nvSpPr>
          <p:cNvPr id="3" name="Text Placeholder 2">
            <a:extLst>
              <a:ext uri="{FF2B5EF4-FFF2-40B4-BE49-F238E27FC236}">
                <a16:creationId xmlns:a16="http://schemas.microsoft.com/office/drawing/2014/main" id="{3FA35657-F85F-4992-AD3D-CFBD62CEAB64}"/>
              </a:ext>
            </a:extLst>
          </p:cNvPr>
          <p:cNvSpPr>
            <a:spLocks noGrp="1"/>
          </p:cNvSpPr>
          <p:nvPr>
            <p:ph type="body" idx="1"/>
          </p:nvPr>
        </p:nvSpPr>
        <p:spPr/>
        <p:txBody>
          <a:bodyPr/>
          <a:lstStyle/>
          <a:p>
            <a:pPr marL="457200" lvl="0" indent="-342900" rtl="0">
              <a:spcBef>
                <a:spcPts val="600"/>
              </a:spcBef>
              <a:spcAft>
                <a:spcPts val="600"/>
              </a:spcAft>
              <a:buSzPts val="1800"/>
              <a:buChar char="-"/>
            </a:pPr>
            <a:r>
              <a:rPr lang="en-US" b="0" dirty="0"/>
              <a:t>Shared Preferences allows activities and applications to keep preferences, in the form of key-value pairs</a:t>
            </a:r>
          </a:p>
          <a:p>
            <a:pPr marL="457200" lvl="0" indent="-342900" rtl="0">
              <a:spcBef>
                <a:spcPts val="600"/>
              </a:spcBef>
              <a:spcAft>
                <a:spcPts val="600"/>
              </a:spcAft>
              <a:buSzPts val="1800"/>
              <a:buChar char="-"/>
            </a:pPr>
            <a:r>
              <a:rPr lang="en-US" b="0" dirty="0"/>
              <a:t>Android stores Shared Preferences settings as XML file in </a:t>
            </a:r>
            <a:r>
              <a:rPr lang="en-US" b="0" dirty="0" err="1"/>
              <a:t>shared_prefs</a:t>
            </a:r>
            <a:r>
              <a:rPr lang="en-US" b="0" dirty="0"/>
              <a:t> folder under DATA/data/{application package} directory</a:t>
            </a:r>
          </a:p>
          <a:p>
            <a:pPr marL="457200" lvl="0" indent="-342900" rtl="0">
              <a:spcBef>
                <a:spcPts val="600"/>
              </a:spcBef>
              <a:spcAft>
                <a:spcPts val="600"/>
              </a:spcAft>
              <a:buSzPts val="1800"/>
              <a:buChar char="-"/>
            </a:pPr>
            <a:r>
              <a:rPr lang="en-US" b="0" dirty="0"/>
              <a:t>To get access to the preferences, we have APIs:</a:t>
            </a:r>
          </a:p>
          <a:p>
            <a:pPr marL="914400" lvl="1" indent="-317500" rtl="0">
              <a:spcBef>
                <a:spcPts val="600"/>
              </a:spcBef>
              <a:spcAft>
                <a:spcPts val="600"/>
              </a:spcAft>
              <a:buSzPts val="1400"/>
              <a:buChar char="-"/>
            </a:pPr>
            <a:r>
              <a:rPr lang="en-US" dirty="0" err="1"/>
              <a:t>getPreferences</a:t>
            </a:r>
            <a:r>
              <a:rPr lang="en-US" dirty="0"/>
              <a:t>() : used from within your Activity, to access activity-specific preferences</a:t>
            </a:r>
          </a:p>
          <a:p>
            <a:pPr marL="914400" lvl="1" indent="-317500">
              <a:spcBef>
                <a:spcPts val="600"/>
              </a:spcBef>
              <a:spcAft>
                <a:spcPts val="600"/>
              </a:spcAft>
              <a:buSzPts val="1400"/>
              <a:buChar char="-"/>
            </a:pPr>
            <a:r>
              <a:rPr lang="en-US" dirty="0" err="1"/>
              <a:t>getSharedPreferences</a:t>
            </a:r>
            <a:r>
              <a:rPr lang="en-US" dirty="0"/>
              <a:t>() : used from within your Activity (or other application Context), to access application-level preferences</a:t>
            </a:r>
          </a:p>
          <a:p>
            <a:endParaRPr lang="en-US" dirty="0"/>
          </a:p>
        </p:txBody>
      </p:sp>
    </p:spTree>
    <p:extLst>
      <p:ext uri="{BB962C8B-B14F-4D97-AF65-F5344CB8AC3E}">
        <p14:creationId xmlns:p14="http://schemas.microsoft.com/office/powerpoint/2010/main" val="3015077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spcBef>
                <a:spcPts val="0"/>
              </a:spcBef>
              <a:spcAft>
                <a:spcPts val="0"/>
              </a:spcAft>
              <a:buClr>
                <a:schemeClr val="dk1"/>
              </a:buClr>
              <a:buSzPts val="1100"/>
              <a:buFont typeface="Arial"/>
              <a:buNone/>
            </a:pPr>
            <a:r>
              <a:rPr lang="en-GB"/>
              <a:t>Shared Preferences</a:t>
            </a:r>
            <a:endParaRPr/>
          </a:p>
          <a:p>
            <a:pPr marL="0" lvl="0" indent="0">
              <a:spcBef>
                <a:spcPts val="0"/>
              </a:spcBef>
              <a:spcAft>
                <a:spcPts val="0"/>
              </a:spcAft>
              <a:buNone/>
            </a:pPr>
            <a:endParaRPr/>
          </a:p>
        </p:txBody>
      </p:sp>
      <p:sp>
        <p:nvSpPr>
          <p:cNvPr id="73" name="Shape 73"/>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rtl="0">
              <a:spcBef>
                <a:spcPts val="0"/>
              </a:spcBef>
              <a:spcAft>
                <a:spcPts val="0"/>
              </a:spcAft>
              <a:buSzPts val="1800"/>
              <a:buChar char="-"/>
            </a:pPr>
            <a:r>
              <a:rPr lang="en-GB"/>
              <a:t>Implement:</a:t>
            </a:r>
            <a:endParaRPr/>
          </a:p>
          <a:p>
            <a:pPr marL="914400" lvl="1" indent="-317500">
              <a:spcBef>
                <a:spcPts val="0"/>
              </a:spcBef>
              <a:spcAft>
                <a:spcPts val="0"/>
              </a:spcAft>
              <a:buSzPts val="1400"/>
              <a:buChar char="-"/>
            </a:pPr>
            <a:r>
              <a:rPr lang="en-GB" b="1"/>
              <a:t>getSharedPreferences</a:t>
            </a:r>
            <a:r>
              <a:rPr lang="en-GB"/>
              <a:t> (String PREFS_NAME, int mode)</a:t>
            </a:r>
            <a:br>
              <a:rPr lang="en-GB"/>
            </a:br>
            <a:br>
              <a:rPr lang="en-GB"/>
            </a:br>
            <a:r>
              <a:rPr lang="en-GB"/>
              <a:t>PREFS_NAME is the name of the file.</a:t>
            </a:r>
            <a:br>
              <a:rPr lang="en-GB"/>
            </a:br>
            <a:br>
              <a:rPr lang="en-GB"/>
            </a:br>
            <a:r>
              <a:rPr lang="en-GB"/>
              <a:t>mode is the operating mode.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Shape 78"/>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spcBef>
                <a:spcPts val="0"/>
              </a:spcBef>
              <a:spcAft>
                <a:spcPts val="0"/>
              </a:spcAft>
              <a:buClr>
                <a:schemeClr val="dk1"/>
              </a:buClr>
              <a:buSzPts val="1100"/>
              <a:buFont typeface="Arial"/>
              <a:buNone/>
            </a:pPr>
            <a:r>
              <a:rPr lang="en-GB"/>
              <a:t>Shared Preferences</a:t>
            </a:r>
            <a:endParaRPr/>
          </a:p>
        </p:txBody>
      </p:sp>
      <p:sp>
        <p:nvSpPr>
          <p:cNvPr id="79" name="Shape 79"/>
          <p:cNvSpPr txBox="1">
            <a:spLocks noGrp="1"/>
          </p:cNvSpPr>
          <p:nvPr>
            <p:ph type="body" idx="1"/>
          </p:nvPr>
        </p:nvSpPr>
        <p:spPr>
          <a:xfrm>
            <a:off x="311700" y="1152475"/>
            <a:ext cx="8832300" cy="3416400"/>
          </a:xfrm>
          <a:prstGeom prst="rect">
            <a:avLst/>
          </a:prstGeom>
        </p:spPr>
        <p:txBody>
          <a:bodyPr spcFirstLastPara="1" wrap="square" lIns="91425" tIns="91425" rIns="91425" bIns="91425" anchor="t" anchorCtr="0">
            <a:noAutofit/>
          </a:bodyPr>
          <a:lstStyle/>
          <a:p>
            <a:pPr marL="457200" lvl="0" indent="-342900" rtl="0">
              <a:lnSpc>
                <a:spcPct val="120000"/>
              </a:lnSpc>
              <a:spcBef>
                <a:spcPts val="0"/>
              </a:spcBef>
              <a:spcAft>
                <a:spcPts val="0"/>
              </a:spcAft>
              <a:buClr>
                <a:schemeClr val="dk1"/>
              </a:buClr>
              <a:buSzPts val="1800"/>
              <a:buChar char="-"/>
            </a:pPr>
            <a:r>
              <a:rPr lang="en-GB" dirty="0">
                <a:solidFill>
                  <a:schemeClr val="dk1"/>
                </a:solidFill>
              </a:rPr>
              <a:t>Initialization</a:t>
            </a:r>
            <a:endParaRPr dirty="0">
              <a:solidFill>
                <a:schemeClr val="dk1"/>
              </a:solidFill>
            </a:endParaRPr>
          </a:p>
          <a:p>
            <a:pPr marL="152400" marR="152400" lvl="0" indent="0" rtl="0">
              <a:spcBef>
                <a:spcPts val="1200"/>
              </a:spcBef>
              <a:spcAft>
                <a:spcPts val="0"/>
              </a:spcAft>
              <a:buNone/>
            </a:pPr>
            <a:r>
              <a:rPr lang="en-GB" sz="1000" dirty="0">
                <a:solidFill>
                  <a:srgbClr val="666666"/>
                </a:solidFill>
                <a:highlight>
                  <a:srgbClr val="FFFFFF"/>
                </a:highlight>
                <a:latin typeface="Consolas"/>
                <a:ea typeface="Consolas"/>
                <a:cs typeface="Consolas"/>
                <a:sym typeface="Consolas"/>
              </a:rPr>
              <a:t>    </a:t>
            </a:r>
            <a:r>
              <a:rPr lang="en-GB" sz="1200" dirty="0" err="1">
                <a:solidFill>
                  <a:srgbClr val="666666"/>
                </a:solidFill>
                <a:highlight>
                  <a:srgbClr val="FFFFFF"/>
                </a:highlight>
                <a:latin typeface="Consolas"/>
                <a:ea typeface="Consolas"/>
                <a:cs typeface="Consolas"/>
                <a:sym typeface="Consolas"/>
              </a:rPr>
              <a:t>SharedPreferences</a:t>
            </a:r>
            <a:r>
              <a:rPr lang="en-GB" sz="1200" dirty="0">
                <a:solidFill>
                  <a:srgbClr val="666666"/>
                </a:solidFill>
                <a:highlight>
                  <a:srgbClr val="FFFFFF"/>
                </a:highlight>
                <a:latin typeface="Consolas"/>
                <a:ea typeface="Consolas"/>
                <a:cs typeface="Consolas"/>
                <a:sym typeface="Consolas"/>
              </a:rPr>
              <a:t> </a:t>
            </a:r>
            <a:r>
              <a:rPr lang="en-GB" sz="1200" dirty="0" err="1">
                <a:solidFill>
                  <a:srgbClr val="666666"/>
                </a:solidFill>
                <a:highlight>
                  <a:srgbClr val="FFFFFF"/>
                </a:highlight>
                <a:latin typeface="Consolas"/>
                <a:ea typeface="Consolas"/>
                <a:cs typeface="Consolas"/>
                <a:sym typeface="Consolas"/>
              </a:rPr>
              <a:t>pref</a:t>
            </a:r>
            <a:r>
              <a:rPr lang="en-GB" sz="1200" dirty="0">
                <a:solidFill>
                  <a:srgbClr val="666666"/>
                </a:solidFill>
                <a:highlight>
                  <a:srgbClr val="FFFFFF"/>
                </a:highlight>
                <a:latin typeface="Consolas"/>
                <a:ea typeface="Consolas"/>
                <a:cs typeface="Consolas"/>
                <a:sym typeface="Consolas"/>
              </a:rPr>
              <a:t> = </a:t>
            </a:r>
            <a:r>
              <a:rPr lang="en-GB" sz="1200" dirty="0" err="1">
                <a:solidFill>
                  <a:srgbClr val="666666"/>
                </a:solidFill>
                <a:highlight>
                  <a:srgbClr val="FFFFFF"/>
                </a:highlight>
                <a:latin typeface="Consolas"/>
                <a:ea typeface="Consolas"/>
                <a:cs typeface="Consolas"/>
                <a:sym typeface="Consolas"/>
              </a:rPr>
              <a:t>getApplicationContext</a:t>
            </a:r>
            <a:r>
              <a:rPr lang="en-GB" sz="1200" dirty="0">
                <a:solidFill>
                  <a:srgbClr val="666666"/>
                </a:solidFill>
                <a:highlight>
                  <a:srgbClr val="FFFFFF"/>
                </a:highlight>
                <a:latin typeface="Consolas"/>
                <a:ea typeface="Consolas"/>
                <a:cs typeface="Consolas"/>
                <a:sym typeface="Consolas"/>
              </a:rPr>
              <a:t>().</a:t>
            </a:r>
            <a:r>
              <a:rPr lang="en-GB" sz="1200" dirty="0" err="1">
                <a:solidFill>
                  <a:srgbClr val="666666"/>
                </a:solidFill>
                <a:highlight>
                  <a:srgbClr val="FFFFFF"/>
                </a:highlight>
                <a:latin typeface="Consolas"/>
                <a:ea typeface="Consolas"/>
                <a:cs typeface="Consolas"/>
                <a:sym typeface="Consolas"/>
              </a:rPr>
              <a:t>getSharedPreferences</a:t>
            </a:r>
            <a:r>
              <a:rPr lang="en-GB" sz="1200" dirty="0">
                <a:solidFill>
                  <a:srgbClr val="666666"/>
                </a:solidFill>
                <a:highlight>
                  <a:srgbClr val="FFFFFF"/>
                </a:highlight>
                <a:latin typeface="Consolas"/>
                <a:ea typeface="Consolas"/>
                <a:cs typeface="Consolas"/>
                <a:sym typeface="Consolas"/>
              </a:rPr>
              <a:t>("</a:t>
            </a:r>
            <a:r>
              <a:rPr lang="en-GB" sz="1200" dirty="0" err="1">
                <a:solidFill>
                  <a:srgbClr val="666666"/>
                </a:solidFill>
                <a:highlight>
                  <a:srgbClr val="FFFFFF"/>
                </a:highlight>
                <a:latin typeface="Consolas"/>
                <a:ea typeface="Consolas"/>
                <a:cs typeface="Consolas"/>
                <a:sym typeface="Consolas"/>
              </a:rPr>
              <a:t>MyPref</a:t>
            </a:r>
            <a:r>
              <a:rPr lang="en-GB" sz="1200" dirty="0">
                <a:solidFill>
                  <a:srgbClr val="666666"/>
                </a:solidFill>
                <a:highlight>
                  <a:srgbClr val="FFFFFF"/>
                </a:highlight>
                <a:latin typeface="Consolas"/>
                <a:ea typeface="Consolas"/>
                <a:cs typeface="Consolas"/>
                <a:sym typeface="Consolas"/>
              </a:rPr>
              <a:t>",    </a:t>
            </a:r>
            <a:r>
              <a:rPr lang="en-GB" sz="1200" dirty="0" err="1">
                <a:solidFill>
                  <a:srgbClr val="666666"/>
                </a:solidFill>
                <a:highlight>
                  <a:srgbClr val="FFFFFF"/>
                </a:highlight>
                <a:latin typeface="Consolas"/>
                <a:ea typeface="Consolas"/>
                <a:cs typeface="Consolas"/>
                <a:sym typeface="Consolas"/>
              </a:rPr>
              <a:t>Context.MODE_PRIVATE</a:t>
            </a:r>
            <a:r>
              <a:rPr lang="en-GB" sz="1200" dirty="0">
                <a:solidFill>
                  <a:srgbClr val="666666"/>
                </a:solidFill>
                <a:highlight>
                  <a:srgbClr val="FFFFFF"/>
                </a:highlight>
                <a:latin typeface="Consolas"/>
                <a:ea typeface="Consolas"/>
                <a:cs typeface="Consolas"/>
                <a:sym typeface="Consolas"/>
              </a:rPr>
              <a:t>); </a:t>
            </a:r>
            <a:endParaRPr sz="1200" dirty="0">
              <a:solidFill>
                <a:srgbClr val="666666"/>
              </a:solidFill>
              <a:highlight>
                <a:srgbClr val="FFFFFF"/>
              </a:highlight>
              <a:latin typeface="Consolas"/>
              <a:ea typeface="Consolas"/>
              <a:cs typeface="Consolas"/>
              <a:sym typeface="Consolas"/>
            </a:endParaRPr>
          </a:p>
          <a:p>
            <a:pPr marL="152400" marR="152400" lvl="0" indent="0" rtl="0">
              <a:spcBef>
                <a:spcPts val="0"/>
              </a:spcBef>
              <a:spcAft>
                <a:spcPts val="0"/>
              </a:spcAft>
              <a:buNone/>
            </a:pPr>
            <a:r>
              <a:rPr lang="en-GB" sz="1200" dirty="0">
                <a:solidFill>
                  <a:srgbClr val="666666"/>
                </a:solidFill>
                <a:highlight>
                  <a:srgbClr val="FFFFFF"/>
                </a:highlight>
                <a:latin typeface="Consolas"/>
                <a:ea typeface="Consolas"/>
                <a:cs typeface="Consolas"/>
                <a:sym typeface="Consolas"/>
              </a:rPr>
              <a:t>    Editor </a:t>
            </a:r>
            <a:r>
              <a:rPr lang="en-GB" sz="1200" dirty="0" err="1">
                <a:solidFill>
                  <a:srgbClr val="666666"/>
                </a:solidFill>
                <a:highlight>
                  <a:srgbClr val="FFFFFF"/>
                </a:highlight>
                <a:latin typeface="Consolas"/>
                <a:ea typeface="Consolas"/>
                <a:cs typeface="Consolas"/>
                <a:sym typeface="Consolas"/>
              </a:rPr>
              <a:t>editor</a:t>
            </a:r>
            <a:r>
              <a:rPr lang="en-GB" sz="1200" dirty="0">
                <a:solidFill>
                  <a:srgbClr val="666666"/>
                </a:solidFill>
                <a:highlight>
                  <a:srgbClr val="FFFFFF"/>
                </a:highlight>
                <a:latin typeface="Consolas"/>
                <a:ea typeface="Consolas"/>
                <a:cs typeface="Consolas"/>
                <a:sym typeface="Consolas"/>
              </a:rPr>
              <a:t> = </a:t>
            </a:r>
            <a:r>
              <a:rPr lang="en-GB" sz="1200" dirty="0" err="1">
                <a:solidFill>
                  <a:srgbClr val="666666"/>
                </a:solidFill>
                <a:highlight>
                  <a:srgbClr val="FFFFFF"/>
                </a:highlight>
                <a:latin typeface="Consolas"/>
                <a:ea typeface="Consolas"/>
                <a:cs typeface="Consolas"/>
                <a:sym typeface="Consolas"/>
              </a:rPr>
              <a:t>pref.edit</a:t>
            </a:r>
            <a:r>
              <a:rPr lang="en-GB" sz="1200" dirty="0">
                <a:solidFill>
                  <a:srgbClr val="666666"/>
                </a:solidFill>
                <a:highlight>
                  <a:srgbClr val="FFFFFF"/>
                </a:highlight>
                <a:latin typeface="Consolas"/>
                <a:ea typeface="Consolas"/>
                <a:cs typeface="Consolas"/>
                <a:sym typeface="Consolas"/>
              </a:rPr>
              <a:t>();</a:t>
            </a:r>
            <a:endParaRPr sz="1200" b="1" dirty="0">
              <a:solidFill>
                <a:schemeClr val="dk1"/>
              </a:solidFill>
            </a:endParaRPr>
          </a:p>
          <a:p>
            <a:pPr marL="457200" lvl="0" indent="-342900" rtl="0">
              <a:lnSpc>
                <a:spcPct val="120000"/>
              </a:lnSpc>
              <a:spcBef>
                <a:spcPts val="0"/>
              </a:spcBef>
              <a:spcAft>
                <a:spcPts val="0"/>
              </a:spcAft>
              <a:buClr>
                <a:schemeClr val="dk1"/>
              </a:buClr>
              <a:buSzPts val="1800"/>
              <a:buChar char="-"/>
            </a:pPr>
            <a:r>
              <a:rPr lang="en-GB" dirty="0">
                <a:solidFill>
                  <a:schemeClr val="dk1"/>
                </a:solidFill>
              </a:rPr>
              <a:t>Storing Data</a:t>
            </a:r>
            <a:endParaRPr dirty="0">
              <a:solidFill>
                <a:schemeClr val="dk1"/>
              </a:solidFill>
            </a:endParaRPr>
          </a:p>
          <a:p>
            <a:pPr marL="0" lvl="0" indent="0" rtl="0">
              <a:lnSpc>
                <a:spcPct val="120000"/>
              </a:lnSpc>
              <a:spcBef>
                <a:spcPts val="1200"/>
              </a:spcBef>
              <a:spcAft>
                <a:spcPts val="0"/>
              </a:spcAft>
              <a:buNone/>
            </a:pPr>
            <a:endParaRPr b="1" dirty="0">
              <a:solidFill>
                <a:schemeClr val="dk1"/>
              </a:solidFill>
            </a:endParaRPr>
          </a:p>
          <a:p>
            <a:pPr marL="0" lvl="0" indent="0" rtl="0">
              <a:lnSpc>
                <a:spcPct val="120000"/>
              </a:lnSpc>
              <a:spcBef>
                <a:spcPts val="1200"/>
              </a:spcBef>
              <a:spcAft>
                <a:spcPts val="0"/>
              </a:spcAft>
              <a:buNone/>
            </a:pPr>
            <a:endParaRPr b="1" dirty="0">
              <a:solidFill>
                <a:schemeClr val="dk1"/>
              </a:solidFill>
            </a:endParaRPr>
          </a:p>
          <a:p>
            <a:pPr marL="0" lvl="0" indent="0" rtl="0">
              <a:lnSpc>
                <a:spcPct val="120000"/>
              </a:lnSpc>
              <a:spcBef>
                <a:spcPts val="1200"/>
              </a:spcBef>
              <a:spcAft>
                <a:spcPts val="0"/>
              </a:spcAft>
              <a:buNone/>
            </a:pPr>
            <a:endParaRPr b="1" dirty="0">
              <a:solidFill>
                <a:schemeClr val="dk1"/>
              </a:solidFill>
            </a:endParaRPr>
          </a:p>
          <a:p>
            <a:pPr marL="0" lvl="0" indent="0">
              <a:spcBef>
                <a:spcPts val="1200"/>
              </a:spcBef>
              <a:spcAft>
                <a:spcPts val="1600"/>
              </a:spcAft>
              <a:buNone/>
            </a:pPr>
            <a:endParaRPr dirty="0"/>
          </a:p>
        </p:txBody>
      </p:sp>
      <p:pic>
        <p:nvPicPr>
          <p:cNvPr id="80" name="Shape 80"/>
          <p:cNvPicPr preferRelativeResize="0"/>
          <p:nvPr/>
        </p:nvPicPr>
        <p:blipFill>
          <a:blip r:embed="rId3">
            <a:alphaModFix/>
          </a:blip>
          <a:stretch>
            <a:fillRect/>
          </a:stretch>
        </p:blipFill>
        <p:spPr>
          <a:xfrm>
            <a:off x="745075" y="2757749"/>
            <a:ext cx="6858000" cy="1145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Shape 85"/>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spcBef>
                <a:spcPts val="0"/>
              </a:spcBef>
              <a:spcAft>
                <a:spcPts val="0"/>
              </a:spcAft>
              <a:buClr>
                <a:schemeClr val="dk1"/>
              </a:buClr>
              <a:buSzPts val="1100"/>
              <a:buFont typeface="Arial"/>
              <a:buNone/>
            </a:pPr>
            <a:r>
              <a:rPr lang="en-GB"/>
              <a:t>Shared Preferences</a:t>
            </a:r>
            <a:endParaRPr/>
          </a:p>
        </p:txBody>
      </p:sp>
      <p:sp>
        <p:nvSpPr>
          <p:cNvPr id="86" name="Shape 86"/>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rtl="0">
              <a:lnSpc>
                <a:spcPct val="120000"/>
              </a:lnSpc>
              <a:spcBef>
                <a:spcPts val="0"/>
              </a:spcBef>
              <a:spcAft>
                <a:spcPts val="0"/>
              </a:spcAft>
              <a:buClr>
                <a:schemeClr val="dk1"/>
              </a:buClr>
              <a:buSzPts val="1800"/>
              <a:buChar char="-"/>
            </a:pPr>
            <a:r>
              <a:rPr lang="en-GB">
                <a:solidFill>
                  <a:schemeClr val="dk1"/>
                </a:solidFill>
              </a:rPr>
              <a:t>Retrieving Data</a:t>
            </a:r>
            <a:endParaRPr>
              <a:solidFill>
                <a:schemeClr val="dk1"/>
              </a:solidFill>
            </a:endParaRPr>
          </a:p>
          <a:p>
            <a:pPr marL="0" lvl="0" indent="0" rtl="0">
              <a:lnSpc>
                <a:spcPct val="120000"/>
              </a:lnSpc>
              <a:spcBef>
                <a:spcPts val="1200"/>
              </a:spcBef>
              <a:spcAft>
                <a:spcPts val="0"/>
              </a:spcAft>
              <a:buNone/>
            </a:pPr>
            <a:endParaRPr b="1">
              <a:solidFill>
                <a:schemeClr val="dk1"/>
              </a:solidFill>
            </a:endParaRPr>
          </a:p>
          <a:p>
            <a:pPr marL="0" lvl="0" indent="0" rtl="0">
              <a:lnSpc>
                <a:spcPct val="120000"/>
              </a:lnSpc>
              <a:spcBef>
                <a:spcPts val="1200"/>
              </a:spcBef>
              <a:spcAft>
                <a:spcPts val="0"/>
              </a:spcAft>
              <a:buNone/>
            </a:pPr>
            <a:endParaRPr b="1">
              <a:solidFill>
                <a:schemeClr val="dk1"/>
              </a:solidFill>
            </a:endParaRPr>
          </a:p>
          <a:p>
            <a:pPr marL="457200" lvl="0" indent="-342900" rtl="0">
              <a:lnSpc>
                <a:spcPct val="120000"/>
              </a:lnSpc>
              <a:spcBef>
                <a:spcPts val="1200"/>
              </a:spcBef>
              <a:spcAft>
                <a:spcPts val="0"/>
              </a:spcAft>
              <a:buClr>
                <a:schemeClr val="dk1"/>
              </a:buClr>
              <a:buSzPts val="1800"/>
              <a:buChar char="-"/>
            </a:pPr>
            <a:r>
              <a:rPr lang="en-GB">
                <a:solidFill>
                  <a:schemeClr val="dk1"/>
                </a:solidFill>
              </a:rPr>
              <a:t>Clearing or Deleting Data:</a:t>
            </a:r>
            <a:endParaRPr>
              <a:solidFill>
                <a:schemeClr val="dk1"/>
              </a:solidFill>
            </a:endParaRPr>
          </a:p>
          <a:p>
            <a:pPr marL="914400" lvl="1" indent="-317500" rtl="0">
              <a:lnSpc>
                <a:spcPct val="120000"/>
              </a:lnSpc>
              <a:spcBef>
                <a:spcPts val="0"/>
              </a:spcBef>
              <a:spcAft>
                <a:spcPts val="0"/>
              </a:spcAft>
              <a:buClr>
                <a:schemeClr val="dk1"/>
              </a:buClr>
              <a:buSzPts val="1400"/>
              <a:buChar char="-"/>
            </a:pPr>
            <a:r>
              <a:rPr lang="en-GB">
                <a:solidFill>
                  <a:schemeClr val="dk1"/>
                </a:solidFill>
              </a:rPr>
              <a:t>remove(“key_name”) is used to delete that particular value.</a:t>
            </a:r>
            <a:endParaRPr>
              <a:solidFill>
                <a:schemeClr val="dk1"/>
              </a:solidFill>
            </a:endParaRPr>
          </a:p>
          <a:p>
            <a:pPr marL="914400" lvl="1" indent="-317500" rtl="0">
              <a:lnSpc>
                <a:spcPct val="120000"/>
              </a:lnSpc>
              <a:spcBef>
                <a:spcPts val="0"/>
              </a:spcBef>
              <a:spcAft>
                <a:spcPts val="0"/>
              </a:spcAft>
              <a:buClr>
                <a:schemeClr val="dk1"/>
              </a:buClr>
              <a:buSzPts val="1400"/>
              <a:buChar char="-"/>
            </a:pPr>
            <a:r>
              <a:rPr lang="en-GB">
                <a:solidFill>
                  <a:schemeClr val="dk1"/>
                </a:solidFill>
              </a:rPr>
              <a:t>clear() is used to remove all data</a:t>
            </a:r>
            <a:endParaRPr>
              <a:solidFill>
                <a:schemeClr val="dk1"/>
              </a:solidFill>
            </a:endParaRPr>
          </a:p>
          <a:p>
            <a:pPr marL="0" lvl="0" indent="0">
              <a:spcBef>
                <a:spcPts val="1200"/>
              </a:spcBef>
              <a:spcAft>
                <a:spcPts val="1600"/>
              </a:spcAft>
              <a:buNone/>
            </a:pPr>
            <a:endParaRPr/>
          </a:p>
        </p:txBody>
      </p:sp>
      <p:pic>
        <p:nvPicPr>
          <p:cNvPr id="87" name="Shape 87"/>
          <p:cNvPicPr preferRelativeResize="0"/>
          <p:nvPr/>
        </p:nvPicPr>
        <p:blipFill>
          <a:blip r:embed="rId3">
            <a:alphaModFix/>
          </a:blip>
          <a:stretch>
            <a:fillRect/>
          </a:stretch>
        </p:blipFill>
        <p:spPr>
          <a:xfrm>
            <a:off x="1757875" y="1619225"/>
            <a:ext cx="5429250" cy="1009650"/>
          </a:xfrm>
          <a:prstGeom prst="rect">
            <a:avLst/>
          </a:prstGeom>
          <a:noFill/>
          <a:ln>
            <a:noFill/>
          </a:ln>
        </p:spPr>
      </p:pic>
      <p:pic>
        <p:nvPicPr>
          <p:cNvPr id="88" name="Shape 88"/>
          <p:cNvPicPr preferRelativeResize="0"/>
          <p:nvPr/>
        </p:nvPicPr>
        <p:blipFill>
          <a:blip r:embed="rId4">
            <a:alphaModFix/>
          </a:blip>
          <a:stretch>
            <a:fillRect/>
          </a:stretch>
        </p:blipFill>
        <p:spPr>
          <a:xfrm>
            <a:off x="1821600" y="3649938"/>
            <a:ext cx="4857750" cy="1285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D7CCC-FD42-46ED-9CCF-6CEAAB16EA4C}"/>
              </a:ext>
            </a:extLst>
          </p:cNvPr>
          <p:cNvSpPr>
            <a:spLocks noGrp="1"/>
          </p:cNvSpPr>
          <p:nvPr>
            <p:ph type="title"/>
          </p:nvPr>
        </p:nvSpPr>
        <p:spPr/>
        <p:txBody>
          <a:bodyPr/>
          <a:lstStyle/>
          <a:p>
            <a:r>
              <a:rPr lang="en-US" dirty="0"/>
              <a:t>File Storage</a:t>
            </a:r>
          </a:p>
        </p:txBody>
      </p:sp>
      <p:sp>
        <p:nvSpPr>
          <p:cNvPr id="3" name="Text Placeholder 2">
            <a:extLst>
              <a:ext uri="{FF2B5EF4-FFF2-40B4-BE49-F238E27FC236}">
                <a16:creationId xmlns:a16="http://schemas.microsoft.com/office/drawing/2014/main" id="{B8FADF16-4755-4810-B24E-1F7A8B94CC00}"/>
              </a:ext>
            </a:extLst>
          </p:cNvPr>
          <p:cNvSpPr>
            <a:spLocks noGrp="1"/>
          </p:cNvSpPr>
          <p:nvPr>
            <p:ph type="body" idx="1"/>
          </p:nvPr>
        </p:nvSpPr>
        <p:spPr/>
        <p:txBody>
          <a:bodyPr/>
          <a:lstStyle/>
          <a:p>
            <a:pPr marL="457200" lvl="0" indent="-381000" algn="l" rtl="0">
              <a:spcBef>
                <a:spcPts val="1000"/>
              </a:spcBef>
              <a:spcAft>
                <a:spcPts val="0"/>
              </a:spcAft>
              <a:buSzPts val="2400"/>
              <a:buChar char="●"/>
            </a:pPr>
            <a:r>
              <a:rPr lang="en-US" b="0" dirty="0"/>
              <a:t>External storage -- Public directories</a:t>
            </a:r>
          </a:p>
          <a:p>
            <a:pPr marL="457200" lvl="0" indent="-381000" algn="l" rtl="0">
              <a:spcBef>
                <a:spcPts val="1000"/>
              </a:spcBef>
              <a:spcAft>
                <a:spcPts val="0"/>
              </a:spcAft>
              <a:buSzPts val="2400"/>
              <a:buChar char="●"/>
            </a:pPr>
            <a:r>
              <a:rPr lang="en-US" b="0" dirty="0"/>
              <a:t>Internal storage -- Private directories for just your app</a:t>
            </a:r>
          </a:p>
          <a:p>
            <a:pPr marL="0" lvl="0" indent="0" algn="l" rtl="0">
              <a:spcBef>
                <a:spcPts val="1000"/>
              </a:spcBef>
              <a:spcAft>
                <a:spcPts val="0"/>
              </a:spcAft>
              <a:buNone/>
            </a:pPr>
            <a:endParaRPr lang="en-US" b="0" dirty="0"/>
          </a:p>
          <a:p>
            <a:pPr marL="0" lvl="0" indent="0" algn="l" rtl="0">
              <a:spcBef>
                <a:spcPts val="1000"/>
              </a:spcBef>
              <a:spcAft>
                <a:spcPts val="0"/>
              </a:spcAft>
              <a:buNone/>
            </a:pPr>
            <a:r>
              <a:rPr lang="en-US" b="0" dirty="0"/>
              <a:t>Apps can browse the directory structure</a:t>
            </a:r>
          </a:p>
          <a:p>
            <a:pPr marL="0" lvl="0" indent="0" algn="l" rtl="0">
              <a:spcBef>
                <a:spcPts val="1000"/>
              </a:spcBef>
              <a:spcAft>
                <a:spcPts val="0"/>
              </a:spcAft>
              <a:buClr>
                <a:schemeClr val="dk1"/>
              </a:buClr>
              <a:buSzPts val="1100"/>
              <a:buFont typeface="Arial"/>
              <a:buNone/>
            </a:pPr>
            <a:r>
              <a:rPr lang="en-US" b="0" dirty="0"/>
              <a:t>Structure and operations similar to Linux and java.io</a:t>
            </a:r>
          </a:p>
          <a:p>
            <a:endParaRPr lang="en-US" dirty="0"/>
          </a:p>
        </p:txBody>
      </p:sp>
    </p:spTree>
    <p:extLst>
      <p:ext uri="{BB962C8B-B14F-4D97-AF65-F5344CB8AC3E}">
        <p14:creationId xmlns:p14="http://schemas.microsoft.com/office/powerpoint/2010/main" val="4151815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32D01-75E9-423F-978A-BBF4AF475FF9}"/>
              </a:ext>
            </a:extLst>
          </p:cNvPr>
          <p:cNvSpPr>
            <a:spLocks noGrp="1"/>
          </p:cNvSpPr>
          <p:nvPr>
            <p:ph type="title"/>
          </p:nvPr>
        </p:nvSpPr>
        <p:spPr/>
        <p:txBody>
          <a:bodyPr/>
          <a:lstStyle/>
          <a:p>
            <a:r>
              <a:rPr lang="en-US" dirty="0"/>
              <a:t>File Storage</a:t>
            </a:r>
          </a:p>
        </p:txBody>
      </p:sp>
      <p:sp>
        <p:nvSpPr>
          <p:cNvPr id="3" name="Text Placeholder 2">
            <a:extLst>
              <a:ext uri="{FF2B5EF4-FFF2-40B4-BE49-F238E27FC236}">
                <a16:creationId xmlns:a16="http://schemas.microsoft.com/office/drawing/2014/main" id="{3912186D-3EEF-42AA-AD51-7649FA676B2F}"/>
              </a:ext>
            </a:extLst>
          </p:cNvPr>
          <p:cNvSpPr>
            <a:spLocks noGrp="1"/>
          </p:cNvSpPr>
          <p:nvPr>
            <p:ph type="body" idx="1"/>
          </p:nvPr>
        </p:nvSpPr>
        <p:spPr/>
        <p:txBody>
          <a:bodyPr/>
          <a:lstStyle/>
          <a:p>
            <a:pPr marL="285750" indent="-285750"/>
            <a:r>
              <a:rPr lang="en-US" b="1" dirty="0"/>
              <a:t>Internal storage is best when</a:t>
            </a:r>
          </a:p>
          <a:p>
            <a:pPr marL="742950" lvl="1" indent="-285750"/>
            <a:r>
              <a:rPr lang="en-US" dirty="0"/>
              <a:t>you want to be sure that neither the user nor other apps can access your files</a:t>
            </a:r>
          </a:p>
          <a:p>
            <a:pPr marL="285750" indent="-285750">
              <a:spcBef>
                <a:spcPts val="1000"/>
              </a:spcBef>
            </a:pPr>
            <a:r>
              <a:rPr lang="en-US" b="1" dirty="0"/>
              <a:t>External storage is best for files that</a:t>
            </a:r>
          </a:p>
          <a:p>
            <a:pPr marL="742950" lvl="1" indent="-285750">
              <a:spcBef>
                <a:spcPts val="1000"/>
              </a:spcBef>
            </a:pPr>
            <a:r>
              <a:rPr lang="en-US" dirty="0"/>
              <a:t>don't require access restrictions </a:t>
            </a:r>
          </a:p>
          <a:p>
            <a:pPr marL="742950" lvl="1" indent="-285750">
              <a:spcBef>
                <a:spcPts val="1000"/>
              </a:spcBef>
            </a:pPr>
            <a:r>
              <a:rPr lang="en-US" dirty="0"/>
              <a:t>you want to share with other apps</a:t>
            </a:r>
          </a:p>
          <a:p>
            <a:pPr marL="742950" lvl="1" indent="-285750">
              <a:spcBef>
                <a:spcPts val="1000"/>
              </a:spcBef>
            </a:pPr>
            <a:r>
              <a:rPr lang="en-US" dirty="0"/>
              <a:t>you allow the user to access with a computer</a:t>
            </a:r>
          </a:p>
          <a:p>
            <a:endParaRPr lang="en-US" dirty="0"/>
          </a:p>
        </p:txBody>
      </p:sp>
    </p:spTree>
    <p:extLst>
      <p:ext uri="{BB962C8B-B14F-4D97-AF65-F5344CB8AC3E}">
        <p14:creationId xmlns:p14="http://schemas.microsoft.com/office/powerpoint/2010/main" val="3108499704"/>
      </p:ext>
    </p:extLst>
  </p:cSld>
  <p:clrMapOvr>
    <a:overrideClrMapping bg1="lt1" tx1="dk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5CFE3-BFD6-493D-BBB7-FEA92BEB03EF}"/>
              </a:ext>
            </a:extLst>
          </p:cNvPr>
          <p:cNvSpPr>
            <a:spLocks noGrp="1"/>
          </p:cNvSpPr>
          <p:nvPr>
            <p:ph type="title"/>
          </p:nvPr>
        </p:nvSpPr>
        <p:spPr/>
        <p:txBody>
          <a:bodyPr/>
          <a:lstStyle/>
          <a:p>
            <a:r>
              <a:rPr lang="en-US" dirty="0"/>
              <a:t>File Storage</a:t>
            </a:r>
          </a:p>
        </p:txBody>
      </p:sp>
      <p:sp>
        <p:nvSpPr>
          <p:cNvPr id="3" name="Text Placeholder 2">
            <a:extLst>
              <a:ext uri="{FF2B5EF4-FFF2-40B4-BE49-F238E27FC236}">
                <a16:creationId xmlns:a16="http://schemas.microsoft.com/office/drawing/2014/main" id="{742A39D2-C255-4B65-836A-3CEB230C8440}"/>
              </a:ext>
            </a:extLst>
          </p:cNvPr>
          <p:cNvSpPr>
            <a:spLocks noGrp="1"/>
          </p:cNvSpPr>
          <p:nvPr>
            <p:ph type="body" idx="1"/>
          </p:nvPr>
        </p:nvSpPr>
        <p:spPr/>
        <p:txBody>
          <a:bodyPr/>
          <a:lstStyle/>
          <a:p>
            <a:r>
              <a:rPr lang="en-US" dirty="0"/>
              <a:t>Internal Storage</a:t>
            </a:r>
          </a:p>
          <a:p>
            <a:pPr lvl="1"/>
            <a:r>
              <a:rPr lang="en-US" dirty="0"/>
              <a:t>Always available</a:t>
            </a:r>
          </a:p>
          <a:p>
            <a:pPr lvl="1"/>
            <a:r>
              <a:rPr lang="en-US" dirty="0"/>
              <a:t>Uses device's filesystem</a:t>
            </a:r>
          </a:p>
          <a:p>
            <a:pPr lvl="1"/>
            <a:r>
              <a:rPr lang="en-US" dirty="0"/>
              <a:t>Only your app can access files, unless explicitly set to be readable or writable</a:t>
            </a:r>
          </a:p>
          <a:p>
            <a:pPr lvl="1"/>
            <a:r>
              <a:rPr lang="en-US" dirty="0"/>
              <a:t>On app uninstall, system removes all app's files from internal storage</a:t>
            </a:r>
          </a:p>
          <a:p>
            <a:pPr lvl="1"/>
            <a:endParaRPr lang="en-US" dirty="0"/>
          </a:p>
        </p:txBody>
      </p:sp>
    </p:spTree>
    <p:extLst>
      <p:ext uri="{BB962C8B-B14F-4D97-AF65-F5344CB8AC3E}">
        <p14:creationId xmlns:p14="http://schemas.microsoft.com/office/powerpoint/2010/main" val="2289601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FB710-F8CA-4089-9514-FF6FF849D105}"/>
              </a:ext>
            </a:extLst>
          </p:cNvPr>
          <p:cNvSpPr>
            <a:spLocks noGrp="1"/>
          </p:cNvSpPr>
          <p:nvPr>
            <p:ph type="title"/>
          </p:nvPr>
        </p:nvSpPr>
        <p:spPr/>
        <p:txBody>
          <a:bodyPr/>
          <a:lstStyle/>
          <a:p>
            <a:r>
              <a:rPr lang="en-US" dirty="0"/>
              <a:t>File Storage</a:t>
            </a:r>
          </a:p>
        </p:txBody>
      </p:sp>
      <p:sp>
        <p:nvSpPr>
          <p:cNvPr id="3" name="Text Placeholder 2">
            <a:extLst>
              <a:ext uri="{FF2B5EF4-FFF2-40B4-BE49-F238E27FC236}">
                <a16:creationId xmlns:a16="http://schemas.microsoft.com/office/drawing/2014/main" id="{999ED0D7-C123-4ACD-BCC0-089CED3BE552}"/>
              </a:ext>
            </a:extLst>
          </p:cNvPr>
          <p:cNvSpPr>
            <a:spLocks noGrp="1"/>
          </p:cNvSpPr>
          <p:nvPr>
            <p:ph type="body" idx="1"/>
          </p:nvPr>
        </p:nvSpPr>
        <p:spPr/>
        <p:txBody>
          <a:bodyPr/>
          <a:lstStyle/>
          <a:p>
            <a:r>
              <a:rPr lang="en-US" dirty="0"/>
              <a:t>External storage</a:t>
            </a:r>
          </a:p>
          <a:p>
            <a:pPr lvl="1"/>
            <a:r>
              <a:rPr lang="en-US" dirty="0"/>
              <a:t>Not always available, can be removed</a:t>
            </a:r>
          </a:p>
          <a:p>
            <a:pPr lvl="1"/>
            <a:r>
              <a:rPr lang="en-US" dirty="0"/>
              <a:t>Uses device's file system or physically external storage like SD card</a:t>
            </a:r>
          </a:p>
          <a:p>
            <a:pPr lvl="1"/>
            <a:r>
              <a:rPr lang="en-US" dirty="0"/>
              <a:t>World-readable, so any app can read</a:t>
            </a:r>
          </a:p>
          <a:p>
            <a:pPr lvl="1"/>
            <a:r>
              <a:rPr lang="en-US" dirty="0"/>
              <a:t>On uninstall, system does not remove files private to app</a:t>
            </a:r>
          </a:p>
          <a:p>
            <a:endParaRPr lang="en-US" dirty="0"/>
          </a:p>
        </p:txBody>
      </p:sp>
    </p:spTree>
    <p:extLst>
      <p:ext uri="{BB962C8B-B14F-4D97-AF65-F5344CB8AC3E}">
        <p14:creationId xmlns:p14="http://schemas.microsoft.com/office/powerpoint/2010/main" val="446864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14F0B-77C9-4FE7-BFB1-47B61B2B643C}"/>
              </a:ext>
            </a:extLst>
          </p:cNvPr>
          <p:cNvSpPr>
            <a:spLocks noGrp="1"/>
          </p:cNvSpPr>
          <p:nvPr>
            <p:ph type="title"/>
          </p:nvPr>
        </p:nvSpPr>
        <p:spPr/>
        <p:txBody>
          <a:bodyPr/>
          <a:lstStyle/>
          <a:p>
            <a:r>
              <a:rPr lang="en-US" dirty="0"/>
              <a:t>Using Internal Storage</a:t>
            </a:r>
          </a:p>
        </p:txBody>
      </p:sp>
      <p:sp>
        <p:nvSpPr>
          <p:cNvPr id="3" name="Text Placeholder 2">
            <a:extLst>
              <a:ext uri="{FF2B5EF4-FFF2-40B4-BE49-F238E27FC236}">
                <a16:creationId xmlns:a16="http://schemas.microsoft.com/office/drawing/2014/main" id="{C6B27C90-CC19-41B3-AB4A-144737FABEB7}"/>
              </a:ext>
            </a:extLst>
          </p:cNvPr>
          <p:cNvSpPr>
            <a:spLocks noGrp="1"/>
          </p:cNvSpPr>
          <p:nvPr>
            <p:ph type="body" idx="1"/>
          </p:nvPr>
        </p:nvSpPr>
        <p:spPr/>
        <p:txBody>
          <a:bodyPr/>
          <a:lstStyle/>
          <a:p>
            <a:r>
              <a:rPr lang="en-US" dirty="0"/>
              <a:t>An activity has methods you can call to read/write files: </a:t>
            </a:r>
          </a:p>
          <a:p>
            <a:pPr lvl="1"/>
            <a:r>
              <a:rPr lang="en-US" dirty="0" err="1"/>
              <a:t>getFilesDir</a:t>
            </a:r>
            <a:r>
              <a:rPr lang="en-US" dirty="0"/>
              <a:t>() - returns internal directory for your app </a:t>
            </a:r>
          </a:p>
          <a:p>
            <a:pPr lvl="1"/>
            <a:r>
              <a:rPr lang="en-US" dirty="0" err="1"/>
              <a:t>getCacheDir</a:t>
            </a:r>
            <a:r>
              <a:rPr lang="en-US" dirty="0"/>
              <a:t>() - returns a "temp" directory for scrap files</a:t>
            </a:r>
          </a:p>
          <a:p>
            <a:pPr lvl="1"/>
            <a:r>
              <a:rPr lang="en-US" dirty="0" err="1"/>
              <a:t>getResources</a:t>
            </a:r>
            <a:r>
              <a:rPr lang="en-US" dirty="0"/>
              <a:t>().</a:t>
            </a:r>
            <a:r>
              <a:rPr lang="en-US" dirty="0" err="1"/>
              <a:t>openRawResource</a:t>
            </a:r>
            <a:r>
              <a:rPr lang="en-US" dirty="0"/>
              <a:t>(R.raw.id) - read an input file from res/raw/ </a:t>
            </a:r>
          </a:p>
          <a:p>
            <a:pPr lvl="1"/>
            <a:r>
              <a:rPr lang="en-US" dirty="0" err="1"/>
              <a:t>openFileInput</a:t>
            </a:r>
            <a:r>
              <a:rPr lang="en-US" dirty="0"/>
              <a:t>("name", mode) - opens a file for reading </a:t>
            </a:r>
          </a:p>
          <a:p>
            <a:pPr lvl="1"/>
            <a:r>
              <a:rPr lang="en-US" dirty="0" err="1"/>
              <a:t>openFileOutput</a:t>
            </a:r>
            <a:r>
              <a:rPr lang="en-US" dirty="0"/>
              <a:t>("name", mode) - opens a file for writing</a:t>
            </a:r>
          </a:p>
        </p:txBody>
      </p:sp>
    </p:spTree>
    <p:extLst>
      <p:ext uri="{BB962C8B-B14F-4D97-AF65-F5344CB8AC3E}">
        <p14:creationId xmlns:p14="http://schemas.microsoft.com/office/powerpoint/2010/main" val="2528029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430B6-13D1-4556-9C2F-B4D9CC59802F}"/>
              </a:ext>
            </a:extLst>
          </p:cNvPr>
          <p:cNvSpPr>
            <a:spLocks noGrp="1"/>
          </p:cNvSpPr>
          <p:nvPr>
            <p:ph type="title"/>
          </p:nvPr>
        </p:nvSpPr>
        <p:spPr/>
        <p:txBody>
          <a:bodyPr/>
          <a:lstStyle/>
          <a:p>
            <a:r>
              <a:rPr lang="en-US" dirty="0"/>
              <a:t>Using Internal Storage – Example 1</a:t>
            </a:r>
          </a:p>
        </p:txBody>
      </p:sp>
      <p:pic>
        <p:nvPicPr>
          <p:cNvPr id="5" name="Picture 4" descr="Text&#10;&#10;Description automatically generated">
            <a:extLst>
              <a:ext uri="{FF2B5EF4-FFF2-40B4-BE49-F238E27FC236}">
                <a16:creationId xmlns:a16="http://schemas.microsoft.com/office/drawing/2014/main" id="{F34664BE-A3EA-4CAA-B3EB-14335BAE23E0}"/>
              </a:ext>
            </a:extLst>
          </p:cNvPr>
          <p:cNvPicPr>
            <a:picLocks noChangeAspect="1"/>
          </p:cNvPicPr>
          <p:nvPr/>
        </p:nvPicPr>
        <p:blipFill>
          <a:blip r:embed="rId2"/>
          <a:stretch>
            <a:fillRect/>
          </a:stretch>
        </p:blipFill>
        <p:spPr>
          <a:xfrm>
            <a:off x="636155" y="1367305"/>
            <a:ext cx="7693394" cy="3693645"/>
          </a:xfrm>
          <a:prstGeom prst="rect">
            <a:avLst/>
          </a:prstGeom>
        </p:spPr>
      </p:pic>
    </p:spTree>
    <p:extLst>
      <p:ext uri="{BB962C8B-B14F-4D97-AF65-F5344CB8AC3E}">
        <p14:creationId xmlns:p14="http://schemas.microsoft.com/office/powerpoint/2010/main" val="3247127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430B6-13D1-4556-9C2F-B4D9CC59802F}"/>
              </a:ext>
            </a:extLst>
          </p:cNvPr>
          <p:cNvSpPr>
            <a:spLocks noGrp="1"/>
          </p:cNvSpPr>
          <p:nvPr>
            <p:ph type="title"/>
          </p:nvPr>
        </p:nvSpPr>
        <p:spPr/>
        <p:txBody>
          <a:bodyPr/>
          <a:lstStyle/>
          <a:p>
            <a:r>
              <a:rPr lang="en-US" dirty="0"/>
              <a:t>Using Internal Storage – Example 2</a:t>
            </a:r>
          </a:p>
        </p:txBody>
      </p:sp>
      <p:pic>
        <p:nvPicPr>
          <p:cNvPr id="4" name="Picture 3" descr="Text&#10;&#10;Description automatically generated">
            <a:extLst>
              <a:ext uri="{FF2B5EF4-FFF2-40B4-BE49-F238E27FC236}">
                <a16:creationId xmlns:a16="http://schemas.microsoft.com/office/drawing/2014/main" id="{E71FFD97-281A-49A8-8681-C610E24C0B5D}"/>
              </a:ext>
            </a:extLst>
          </p:cNvPr>
          <p:cNvPicPr>
            <a:picLocks noChangeAspect="1"/>
          </p:cNvPicPr>
          <p:nvPr/>
        </p:nvPicPr>
        <p:blipFill>
          <a:blip r:embed="rId2"/>
          <a:stretch>
            <a:fillRect/>
          </a:stretch>
        </p:blipFill>
        <p:spPr>
          <a:xfrm>
            <a:off x="607703" y="1073150"/>
            <a:ext cx="7259947" cy="4057650"/>
          </a:xfrm>
          <a:prstGeom prst="rect">
            <a:avLst/>
          </a:prstGeom>
        </p:spPr>
      </p:pic>
    </p:spTree>
    <p:extLst>
      <p:ext uri="{BB962C8B-B14F-4D97-AF65-F5344CB8AC3E}">
        <p14:creationId xmlns:p14="http://schemas.microsoft.com/office/powerpoint/2010/main" val="3945504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3097-4F6A-49B4-A0EE-8A917B26BE1C}"/>
              </a:ext>
            </a:extLst>
          </p:cNvPr>
          <p:cNvSpPr>
            <a:spLocks noGrp="1"/>
          </p:cNvSpPr>
          <p:nvPr>
            <p:ph type="title"/>
          </p:nvPr>
        </p:nvSpPr>
        <p:spPr/>
        <p:txBody>
          <a:bodyPr/>
          <a:lstStyle/>
          <a:p>
            <a:r>
              <a:rPr lang="en-US" dirty="0"/>
              <a:t>Using External Storage</a:t>
            </a:r>
          </a:p>
        </p:txBody>
      </p:sp>
      <p:sp>
        <p:nvSpPr>
          <p:cNvPr id="3" name="Text Placeholder 2">
            <a:extLst>
              <a:ext uri="{FF2B5EF4-FFF2-40B4-BE49-F238E27FC236}">
                <a16:creationId xmlns:a16="http://schemas.microsoft.com/office/drawing/2014/main" id="{5510809F-17F2-4401-8EFC-58B0F155F1C8}"/>
              </a:ext>
            </a:extLst>
          </p:cNvPr>
          <p:cNvSpPr>
            <a:spLocks noGrp="1"/>
          </p:cNvSpPr>
          <p:nvPr>
            <p:ph type="body" idx="1"/>
          </p:nvPr>
        </p:nvSpPr>
        <p:spPr/>
        <p:txBody>
          <a:bodyPr/>
          <a:lstStyle/>
          <a:p>
            <a:r>
              <a:rPr lang="en-US" dirty="0"/>
              <a:t>Must explicitly request </a:t>
            </a:r>
            <a:r>
              <a:rPr lang="en-US" b="1" dirty="0"/>
              <a:t>permission</a:t>
            </a:r>
          </a:p>
          <a:p>
            <a:endParaRPr lang="en-US" b="1" dirty="0"/>
          </a:p>
          <a:p>
            <a:endParaRPr lang="en-US" b="1" dirty="0"/>
          </a:p>
          <a:p>
            <a:endParaRPr lang="en-US" b="1" dirty="0"/>
          </a:p>
          <a:p>
            <a:endParaRPr lang="en-US" b="1" dirty="0"/>
          </a:p>
          <a:p>
            <a:r>
              <a:rPr lang="en-US" dirty="0"/>
              <a:t>Methods to read/write external storage: </a:t>
            </a:r>
          </a:p>
          <a:p>
            <a:pPr lvl="1"/>
            <a:r>
              <a:rPr lang="en-US" dirty="0" err="1"/>
              <a:t>getExternalFilesDir</a:t>
            </a:r>
            <a:r>
              <a:rPr lang="en-US" dirty="0"/>
              <a:t>("name") - returns "private" external directory for your app with the given name </a:t>
            </a:r>
          </a:p>
          <a:p>
            <a:pPr lvl="1"/>
            <a:r>
              <a:rPr lang="en-US" dirty="0" err="1"/>
              <a:t>Environment.getExternalStoragePublicDirectory</a:t>
            </a:r>
            <a:r>
              <a:rPr lang="en-US" dirty="0"/>
              <a:t>(name) - returns public directory for common files like photos, music, etc. </a:t>
            </a:r>
          </a:p>
        </p:txBody>
      </p:sp>
      <p:sp>
        <p:nvSpPr>
          <p:cNvPr id="5" name="TextBox 4">
            <a:extLst>
              <a:ext uri="{FF2B5EF4-FFF2-40B4-BE49-F238E27FC236}">
                <a16:creationId xmlns:a16="http://schemas.microsoft.com/office/drawing/2014/main" id="{6422D3AF-F0F3-414B-9A51-2DBD830A0140}"/>
              </a:ext>
            </a:extLst>
          </p:cNvPr>
          <p:cNvSpPr txBox="1"/>
          <p:nvPr/>
        </p:nvSpPr>
        <p:spPr>
          <a:xfrm>
            <a:off x="869950" y="1586493"/>
            <a:ext cx="7391400" cy="1184940"/>
          </a:xfrm>
          <a:prstGeom prst="rect">
            <a:avLst/>
          </a:prstGeom>
          <a:noFill/>
        </p:spPr>
        <p:txBody>
          <a:bodyPr wrap="square">
            <a:spAutoFit/>
          </a:bodyPr>
          <a:lstStyle/>
          <a:p>
            <a:pPr marL="0" lvl="0" indent="0" algn="l" rtl="0">
              <a:spcBef>
                <a:spcPts val="600"/>
              </a:spcBef>
              <a:spcAft>
                <a:spcPts val="0"/>
              </a:spcAft>
              <a:buNone/>
            </a:pPr>
            <a:r>
              <a:rPr lang="en-US" sz="1400" dirty="0">
                <a:solidFill>
                  <a:schemeClr val="dk1"/>
                </a:solidFill>
                <a:latin typeface="Consolas"/>
                <a:ea typeface="Consolas"/>
                <a:cs typeface="Consolas"/>
                <a:sym typeface="Consolas"/>
              </a:rPr>
              <a:t>&lt;uses-permission </a:t>
            </a:r>
          </a:p>
          <a:p>
            <a:pPr marL="0" lvl="0" indent="0" algn="l" rtl="0">
              <a:spcBef>
                <a:spcPts val="600"/>
              </a:spcBef>
              <a:spcAft>
                <a:spcPts val="0"/>
              </a:spcAft>
              <a:buNone/>
            </a:pPr>
            <a:r>
              <a:rPr lang="en-US" sz="1400" dirty="0">
                <a:solidFill>
                  <a:schemeClr val="dk1"/>
                </a:solidFill>
                <a:latin typeface="Consolas"/>
                <a:ea typeface="Consolas"/>
                <a:cs typeface="Consolas"/>
                <a:sym typeface="Consolas"/>
              </a:rPr>
              <a:t>   </a:t>
            </a:r>
            <a:r>
              <a:rPr lang="en-US" sz="1400" dirty="0" err="1">
                <a:solidFill>
                  <a:schemeClr val="dk1"/>
                </a:solidFill>
                <a:latin typeface="Consolas"/>
                <a:ea typeface="Consolas"/>
                <a:cs typeface="Consolas"/>
                <a:sym typeface="Consolas"/>
              </a:rPr>
              <a:t>android:name</a:t>
            </a:r>
            <a:r>
              <a:rPr lang="en-US" sz="1400" dirty="0">
                <a:solidFill>
                  <a:schemeClr val="dk1"/>
                </a:solidFill>
                <a:latin typeface="Consolas"/>
                <a:ea typeface="Consolas"/>
                <a:cs typeface="Consolas"/>
                <a:sym typeface="Consolas"/>
              </a:rPr>
              <a:t>="</a:t>
            </a:r>
            <a:r>
              <a:rPr lang="en-US" sz="1400" dirty="0" err="1">
                <a:solidFill>
                  <a:schemeClr val="dk1"/>
                </a:solidFill>
                <a:latin typeface="Consolas"/>
                <a:ea typeface="Consolas"/>
                <a:cs typeface="Consolas"/>
                <a:sym typeface="Consolas"/>
              </a:rPr>
              <a:t>android.permission.</a:t>
            </a:r>
            <a:r>
              <a:rPr lang="en-US" sz="1400" b="1" dirty="0" err="1">
                <a:solidFill>
                  <a:schemeClr val="dk1"/>
                </a:solidFill>
                <a:latin typeface="Consolas"/>
                <a:ea typeface="Consolas"/>
                <a:cs typeface="Consolas"/>
                <a:sym typeface="Consolas"/>
              </a:rPr>
              <a:t>WRITE_EXTERNAL_STORAGE</a:t>
            </a:r>
            <a:r>
              <a:rPr lang="en-US" sz="1400" dirty="0">
                <a:solidFill>
                  <a:schemeClr val="dk1"/>
                </a:solidFill>
                <a:latin typeface="Consolas"/>
                <a:ea typeface="Consolas"/>
                <a:cs typeface="Consolas"/>
                <a:sym typeface="Consolas"/>
              </a:rPr>
              <a:t>" /&gt;</a:t>
            </a:r>
          </a:p>
          <a:p>
            <a:pPr marL="0" lvl="0" indent="0" algn="l" rtl="0">
              <a:spcBef>
                <a:spcPts val="600"/>
              </a:spcBef>
              <a:spcAft>
                <a:spcPts val="0"/>
              </a:spcAft>
              <a:buClr>
                <a:schemeClr val="dk1"/>
              </a:buClr>
              <a:buSzPts val="1100"/>
              <a:buFont typeface="Arial"/>
              <a:buNone/>
            </a:pPr>
            <a:r>
              <a:rPr lang="en-US" sz="1400" dirty="0">
                <a:solidFill>
                  <a:schemeClr val="dk1"/>
                </a:solidFill>
                <a:latin typeface="Consolas"/>
                <a:ea typeface="Consolas"/>
                <a:cs typeface="Consolas"/>
                <a:sym typeface="Consolas"/>
              </a:rPr>
              <a:t>&lt;uses-permission </a:t>
            </a:r>
          </a:p>
          <a:p>
            <a:pPr marL="0" lvl="0" indent="0" algn="l" rtl="0">
              <a:spcBef>
                <a:spcPts val="600"/>
              </a:spcBef>
              <a:spcAft>
                <a:spcPts val="0"/>
              </a:spcAft>
              <a:buClr>
                <a:schemeClr val="dk1"/>
              </a:buClr>
              <a:buSzPts val="1100"/>
              <a:buFont typeface="Arial"/>
              <a:buNone/>
            </a:pPr>
            <a:r>
              <a:rPr lang="en-US" sz="1400" dirty="0">
                <a:solidFill>
                  <a:schemeClr val="dk1"/>
                </a:solidFill>
                <a:latin typeface="Consolas"/>
                <a:ea typeface="Consolas"/>
                <a:cs typeface="Consolas"/>
                <a:sym typeface="Consolas"/>
              </a:rPr>
              <a:t>    </a:t>
            </a:r>
            <a:r>
              <a:rPr lang="en-US" sz="1400" dirty="0" err="1">
                <a:solidFill>
                  <a:schemeClr val="dk1"/>
                </a:solidFill>
                <a:latin typeface="Consolas"/>
                <a:ea typeface="Consolas"/>
                <a:cs typeface="Consolas"/>
                <a:sym typeface="Consolas"/>
              </a:rPr>
              <a:t>android:name</a:t>
            </a:r>
            <a:r>
              <a:rPr lang="en-US" sz="1400" dirty="0">
                <a:solidFill>
                  <a:schemeClr val="dk1"/>
                </a:solidFill>
                <a:latin typeface="Consolas"/>
                <a:ea typeface="Consolas"/>
                <a:cs typeface="Consolas"/>
                <a:sym typeface="Consolas"/>
              </a:rPr>
              <a:t>="</a:t>
            </a:r>
            <a:r>
              <a:rPr lang="en-US" sz="1400" dirty="0" err="1">
                <a:solidFill>
                  <a:schemeClr val="dk1"/>
                </a:solidFill>
                <a:latin typeface="Consolas"/>
                <a:ea typeface="Consolas"/>
                <a:cs typeface="Consolas"/>
                <a:sym typeface="Consolas"/>
              </a:rPr>
              <a:t>android.permission.</a:t>
            </a:r>
            <a:r>
              <a:rPr lang="en-US" sz="1400" b="1" dirty="0" err="1">
                <a:solidFill>
                  <a:schemeClr val="dk1"/>
                </a:solidFill>
                <a:latin typeface="Consolas"/>
                <a:ea typeface="Consolas"/>
                <a:cs typeface="Consolas"/>
                <a:sym typeface="Consolas"/>
              </a:rPr>
              <a:t>READ_EXTERNAL_STORAGE</a:t>
            </a:r>
            <a:r>
              <a:rPr lang="en-US" sz="1400" dirty="0">
                <a:solidFill>
                  <a:schemeClr val="dk1"/>
                </a:solidFill>
                <a:latin typeface="Consolas"/>
                <a:ea typeface="Consolas"/>
                <a:cs typeface="Consolas"/>
                <a:sym typeface="Consolas"/>
              </a:rPr>
              <a:t>" /&gt;</a:t>
            </a:r>
          </a:p>
        </p:txBody>
      </p:sp>
    </p:spTree>
    <p:extLst>
      <p:ext uri="{BB962C8B-B14F-4D97-AF65-F5344CB8AC3E}">
        <p14:creationId xmlns:p14="http://schemas.microsoft.com/office/powerpoint/2010/main" val="2638506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78847-EDA3-4F40-91D2-47C9CD5E9D74}"/>
              </a:ext>
            </a:extLst>
          </p:cNvPr>
          <p:cNvSpPr>
            <a:spLocks noGrp="1"/>
          </p:cNvSpPr>
          <p:nvPr>
            <p:ph type="title"/>
          </p:nvPr>
        </p:nvSpPr>
        <p:spPr/>
        <p:txBody>
          <a:bodyPr/>
          <a:lstStyle/>
          <a:p>
            <a:r>
              <a:rPr lang="en-US" dirty="0"/>
              <a:t>External Storage – Example</a:t>
            </a:r>
          </a:p>
        </p:txBody>
      </p:sp>
      <p:pic>
        <p:nvPicPr>
          <p:cNvPr id="5" name="Picture 4" descr="Text&#10;&#10;Description automatically generated">
            <a:extLst>
              <a:ext uri="{FF2B5EF4-FFF2-40B4-BE49-F238E27FC236}">
                <a16:creationId xmlns:a16="http://schemas.microsoft.com/office/drawing/2014/main" id="{322F265D-C7C9-4F92-B7A5-98EB1C515254}"/>
              </a:ext>
            </a:extLst>
          </p:cNvPr>
          <p:cNvPicPr>
            <a:picLocks noChangeAspect="1"/>
          </p:cNvPicPr>
          <p:nvPr/>
        </p:nvPicPr>
        <p:blipFill>
          <a:blip r:embed="rId2"/>
          <a:stretch>
            <a:fillRect/>
          </a:stretch>
        </p:blipFill>
        <p:spPr>
          <a:xfrm>
            <a:off x="684057" y="1212850"/>
            <a:ext cx="6656543" cy="3930650"/>
          </a:xfrm>
          <a:prstGeom prst="rect">
            <a:avLst/>
          </a:prstGeom>
        </p:spPr>
      </p:pic>
    </p:spTree>
    <p:extLst>
      <p:ext uri="{BB962C8B-B14F-4D97-AF65-F5344CB8AC3E}">
        <p14:creationId xmlns:p14="http://schemas.microsoft.com/office/powerpoint/2010/main" val="2977208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839F6-47D3-447C-A5E3-F589BD74281A}"/>
              </a:ext>
            </a:extLst>
          </p:cNvPr>
          <p:cNvSpPr>
            <a:spLocks noGrp="1"/>
          </p:cNvSpPr>
          <p:nvPr>
            <p:ph type="title"/>
          </p:nvPr>
        </p:nvSpPr>
        <p:spPr/>
        <p:txBody>
          <a:bodyPr/>
          <a:lstStyle/>
          <a:p>
            <a:r>
              <a:rPr lang="en-US" dirty="0"/>
              <a:t>External Storage - Checking if storage is available</a:t>
            </a:r>
          </a:p>
        </p:txBody>
      </p:sp>
      <p:pic>
        <p:nvPicPr>
          <p:cNvPr id="5" name="Picture 4" descr="Text&#10;&#10;Description automatically generated">
            <a:extLst>
              <a:ext uri="{FF2B5EF4-FFF2-40B4-BE49-F238E27FC236}">
                <a16:creationId xmlns:a16="http://schemas.microsoft.com/office/drawing/2014/main" id="{58183F0B-D4D4-48F7-AD94-33A998007540}"/>
              </a:ext>
            </a:extLst>
          </p:cNvPr>
          <p:cNvPicPr>
            <a:picLocks noChangeAspect="1"/>
          </p:cNvPicPr>
          <p:nvPr/>
        </p:nvPicPr>
        <p:blipFill>
          <a:blip r:embed="rId2"/>
          <a:stretch>
            <a:fillRect/>
          </a:stretch>
        </p:blipFill>
        <p:spPr>
          <a:xfrm>
            <a:off x="963432" y="1059590"/>
            <a:ext cx="6688318" cy="4083909"/>
          </a:xfrm>
          <a:prstGeom prst="rect">
            <a:avLst/>
          </a:prstGeom>
        </p:spPr>
      </p:pic>
    </p:spTree>
    <p:extLst>
      <p:ext uri="{BB962C8B-B14F-4D97-AF65-F5344CB8AC3E}">
        <p14:creationId xmlns:p14="http://schemas.microsoft.com/office/powerpoint/2010/main" val="1820638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08551-471A-4C98-872A-DE100BB86237}"/>
              </a:ext>
            </a:extLst>
          </p:cNvPr>
          <p:cNvSpPr>
            <a:spLocks noGrp="1"/>
          </p:cNvSpPr>
          <p:nvPr>
            <p:ph type="title"/>
          </p:nvPr>
        </p:nvSpPr>
        <p:spPr/>
        <p:txBody>
          <a:bodyPr/>
          <a:lstStyle/>
          <a:p>
            <a:r>
              <a:rPr lang="en-US" dirty="0"/>
              <a:t>Assignment</a:t>
            </a:r>
          </a:p>
        </p:txBody>
      </p:sp>
      <p:sp>
        <p:nvSpPr>
          <p:cNvPr id="3" name="Text Placeholder 2">
            <a:extLst>
              <a:ext uri="{FF2B5EF4-FFF2-40B4-BE49-F238E27FC236}">
                <a16:creationId xmlns:a16="http://schemas.microsoft.com/office/drawing/2014/main" id="{99704EDF-BF36-4081-A088-C2399803CE6E}"/>
              </a:ext>
            </a:extLst>
          </p:cNvPr>
          <p:cNvSpPr>
            <a:spLocks noGrp="1"/>
          </p:cNvSpPr>
          <p:nvPr>
            <p:ph type="body" idx="1"/>
          </p:nvPr>
        </p:nvSpPr>
        <p:spPr/>
        <p:txBody>
          <a:bodyPr/>
          <a:lstStyle/>
          <a:p>
            <a:r>
              <a:rPr lang="en-US" b="0" dirty="0"/>
              <a:t>In </a:t>
            </a:r>
            <a:r>
              <a:rPr lang="en-US" b="0" dirty="0" err="1"/>
              <a:t>LoginActivity</a:t>
            </a:r>
            <a:r>
              <a:rPr lang="en-US" b="0" dirty="0"/>
              <a:t>, using </a:t>
            </a:r>
            <a:r>
              <a:rPr lang="en-US" b="0" dirty="0" err="1"/>
              <a:t>SharedPreference</a:t>
            </a:r>
            <a:r>
              <a:rPr lang="en-US" b="0" dirty="0"/>
              <a:t> to handle:</a:t>
            </a:r>
          </a:p>
          <a:p>
            <a:pPr lvl="1"/>
            <a:r>
              <a:rPr lang="en-US" dirty="0"/>
              <a:t>If user has not login app, show </a:t>
            </a:r>
            <a:r>
              <a:rPr lang="en-US" dirty="0" err="1"/>
              <a:t>LoginActivity</a:t>
            </a:r>
            <a:endParaRPr lang="en-US" dirty="0"/>
          </a:p>
          <a:p>
            <a:pPr lvl="1"/>
            <a:r>
              <a:rPr lang="en-US" dirty="0"/>
              <a:t>If user </a:t>
            </a:r>
            <a:r>
              <a:rPr lang="en-US" dirty="0" err="1"/>
              <a:t>logined</a:t>
            </a:r>
            <a:r>
              <a:rPr lang="en-US" dirty="0"/>
              <a:t> app, show </a:t>
            </a:r>
            <a:r>
              <a:rPr lang="en-US" dirty="0" err="1"/>
              <a:t>HomeActivity</a:t>
            </a:r>
            <a:endParaRPr lang="en-US" dirty="0"/>
          </a:p>
        </p:txBody>
      </p:sp>
    </p:spTree>
    <p:extLst>
      <p:ext uri="{BB962C8B-B14F-4D97-AF65-F5344CB8AC3E}">
        <p14:creationId xmlns:p14="http://schemas.microsoft.com/office/powerpoint/2010/main" val="3085293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601E4-B0A1-423A-960F-5FA55FF34EB4}"/>
              </a:ext>
            </a:extLst>
          </p:cNvPr>
          <p:cNvSpPr>
            <a:spLocks noGrp="1"/>
          </p:cNvSpPr>
          <p:nvPr>
            <p:ph type="title"/>
          </p:nvPr>
        </p:nvSpPr>
        <p:spPr/>
        <p:txBody>
          <a:bodyPr/>
          <a:lstStyle/>
          <a:p>
            <a:r>
              <a:rPr lang="en-US" dirty="0" err="1"/>
              <a:t>Sqlite</a:t>
            </a:r>
            <a:r>
              <a:rPr lang="en-US" dirty="0"/>
              <a:t> database</a:t>
            </a:r>
          </a:p>
        </p:txBody>
      </p:sp>
      <p:sp>
        <p:nvSpPr>
          <p:cNvPr id="3" name="Text Placeholder 2">
            <a:extLst>
              <a:ext uri="{FF2B5EF4-FFF2-40B4-BE49-F238E27FC236}">
                <a16:creationId xmlns:a16="http://schemas.microsoft.com/office/drawing/2014/main" id="{3B371900-0E5B-447C-9830-65FB397E8A50}"/>
              </a:ext>
            </a:extLst>
          </p:cNvPr>
          <p:cNvSpPr>
            <a:spLocks noGrp="1"/>
          </p:cNvSpPr>
          <p:nvPr>
            <p:ph type="body" idx="1"/>
          </p:nvPr>
        </p:nvSpPr>
        <p:spPr/>
        <p:txBody>
          <a:bodyPr/>
          <a:lstStyle/>
          <a:p>
            <a:pPr marL="457200" lvl="0" indent="-381000" algn="l" rtl="0">
              <a:spcBef>
                <a:spcPts val="1000"/>
              </a:spcBef>
              <a:spcAft>
                <a:spcPts val="0"/>
              </a:spcAft>
              <a:buSzPts val="2400"/>
              <a:buChar char="●"/>
            </a:pPr>
            <a:r>
              <a:rPr lang="en-US" b="0" dirty="0"/>
              <a:t>Store data in tables of rows and columns (spreadsheet…)</a:t>
            </a:r>
          </a:p>
          <a:p>
            <a:pPr marL="457200" lvl="0" indent="-381000" algn="l" rtl="0">
              <a:spcBef>
                <a:spcPts val="1000"/>
              </a:spcBef>
              <a:spcAft>
                <a:spcPts val="0"/>
              </a:spcAft>
              <a:buSzPts val="2400"/>
              <a:buChar char="●"/>
            </a:pPr>
            <a:r>
              <a:rPr lang="en-US" b="0" dirty="0"/>
              <a:t>Field = intersection of a row and column</a:t>
            </a:r>
          </a:p>
          <a:p>
            <a:pPr marL="457200" lvl="0" indent="-381000" algn="l" rtl="0">
              <a:spcBef>
                <a:spcPts val="1000"/>
              </a:spcBef>
              <a:spcAft>
                <a:spcPts val="0"/>
              </a:spcAft>
              <a:buSzPts val="2400"/>
              <a:buChar char="●"/>
            </a:pPr>
            <a:r>
              <a:rPr lang="en-US" b="0" dirty="0"/>
              <a:t>Fields contain data, references to other fields, or references to other tables</a:t>
            </a:r>
          </a:p>
          <a:p>
            <a:pPr marL="457200" lvl="0" indent="-381000" algn="l" rtl="0">
              <a:spcBef>
                <a:spcPts val="1000"/>
              </a:spcBef>
              <a:spcAft>
                <a:spcPts val="0"/>
              </a:spcAft>
              <a:buSzPts val="2400"/>
              <a:buChar char="●"/>
            </a:pPr>
            <a:r>
              <a:rPr lang="en-US" b="0" dirty="0"/>
              <a:t>Rows are identified by unique IDs</a:t>
            </a:r>
          </a:p>
          <a:p>
            <a:pPr marL="457200" lvl="0" indent="-381000" algn="l" rtl="0">
              <a:spcBef>
                <a:spcPts val="1000"/>
              </a:spcBef>
              <a:spcAft>
                <a:spcPts val="0"/>
              </a:spcAft>
              <a:buSzPts val="2400"/>
              <a:buChar char="●"/>
            </a:pPr>
            <a:r>
              <a:rPr lang="en-US" b="0" dirty="0"/>
              <a:t>Column names are unique per table</a:t>
            </a:r>
            <a:endParaRPr lang="en-US" sz="1400" b="0" dirty="0"/>
          </a:p>
          <a:p>
            <a:endParaRPr lang="en-US" dirty="0"/>
          </a:p>
        </p:txBody>
      </p:sp>
    </p:spTree>
    <p:extLst>
      <p:ext uri="{BB962C8B-B14F-4D97-AF65-F5344CB8AC3E}">
        <p14:creationId xmlns:p14="http://schemas.microsoft.com/office/powerpoint/2010/main" val="42480211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BFDA3-A6AD-4D5A-A6E3-C1B2B10B85EE}"/>
              </a:ext>
            </a:extLst>
          </p:cNvPr>
          <p:cNvSpPr>
            <a:spLocks noGrp="1"/>
          </p:cNvSpPr>
          <p:nvPr>
            <p:ph type="title"/>
          </p:nvPr>
        </p:nvSpPr>
        <p:spPr/>
        <p:txBody>
          <a:bodyPr/>
          <a:lstStyle/>
          <a:p>
            <a:r>
              <a:rPr lang="en-US" dirty="0" err="1"/>
              <a:t>Sqlite</a:t>
            </a:r>
            <a:r>
              <a:rPr lang="en-US" dirty="0"/>
              <a:t> database</a:t>
            </a:r>
          </a:p>
        </p:txBody>
      </p:sp>
      <p:sp>
        <p:nvSpPr>
          <p:cNvPr id="3" name="Text Placeholder 2">
            <a:extLst>
              <a:ext uri="{FF2B5EF4-FFF2-40B4-BE49-F238E27FC236}">
                <a16:creationId xmlns:a16="http://schemas.microsoft.com/office/drawing/2014/main" id="{ACF96C18-1F2C-4505-8C6F-CDC453643ED2}"/>
              </a:ext>
            </a:extLst>
          </p:cNvPr>
          <p:cNvSpPr>
            <a:spLocks noGrp="1"/>
          </p:cNvSpPr>
          <p:nvPr>
            <p:ph type="body" idx="1"/>
          </p:nvPr>
        </p:nvSpPr>
        <p:spPr/>
        <p:txBody>
          <a:bodyPr/>
          <a:lstStyle/>
          <a:p>
            <a:r>
              <a:rPr lang="en-US" dirty="0"/>
              <a:t>Table</a:t>
            </a:r>
          </a:p>
        </p:txBody>
      </p:sp>
      <p:graphicFrame>
        <p:nvGraphicFramePr>
          <p:cNvPr id="4" name="Google Shape;123;p20">
            <a:extLst>
              <a:ext uri="{FF2B5EF4-FFF2-40B4-BE49-F238E27FC236}">
                <a16:creationId xmlns:a16="http://schemas.microsoft.com/office/drawing/2014/main" id="{541ABB47-0CA6-4FC0-91A0-0A926E11A386}"/>
              </a:ext>
            </a:extLst>
          </p:cNvPr>
          <p:cNvGraphicFramePr/>
          <p:nvPr>
            <p:extLst>
              <p:ext uri="{D42A27DB-BD31-4B8C-83A1-F6EECF244321}">
                <p14:modId xmlns:p14="http://schemas.microsoft.com/office/powerpoint/2010/main" val="390087522"/>
              </p:ext>
            </p:extLst>
          </p:nvPr>
        </p:nvGraphicFramePr>
        <p:xfrm>
          <a:off x="741150" y="1797050"/>
          <a:ext cx="7257750" cy="2506092"/>
        </p:xfrm>
        <a:graphic>
          <a:graphicData uri="http://schemas.openxmlformats.org/drawingml/2006/table">
            <a:tbl>
              <a:tblPr>
                <a:noFill/>
              </a:tblPr>
              <a:tblGrid>
                <a:gridCol w="2419250">
                  <a:extLst>
                    <a:ext uri="{9D8B030D-6E8A-4147-A177-3AD203B41FA5}">
                      <a16:colId xmlns:a16="http://schemas.microsoft.com/office/drawing/2014/main" val="20000"/>
                    </a:ext>
                  </a:extLst>
                </a:gridCol>
                <a:gridCol w="2419250">
                  <a:extLst>
                    <a:ext uri="{9D8B030D-6E8A-4147-A177-3AD203B41FA5}">
                      <a16:colId xmlns:a16="http://schemas.microsoft.com/office/drawing/2014/main" val="20001"/>
                    </a:ext>
                  </a:extLst>
                </a:gridCol>
                <a:gridCol w="2419250">
                  <a:extLst>
                    <a:ext uri="{9D8B030D-6E8A-4147-A177-3AD203B41FA5}">
                      <a16:colId xmlns:a16="http://schemas.microsoft.com/office/drawing/2014/main" val="20002"/>
                    </a:ext>
                  </a:extLst>
                </a:gridCol>
              </a:tblGrid>
              <a:tr h="266700">
                <a:tc gridSpan="3">
                  <a:txBody>
                    <a:bodyPr/>
                    <a:lstStyle/>
                    <a:p>
                      <a:pPr marL="0" lvl="0" indent="0" algn="l" rtl="0">
                        <a:lnSpc>
                          <a:spcPct val="115000"/>
                        </a:lnSpc>
                        <a:spcBef>
                          <a:spcPts val="500"/>
                        </a:spcBef>
                        <a:spcAft>
                          <a:spcPts val="200"/>
                        </a:spcAft>
                        <a:buNone/>
                      </a:pPr>
                      <a:r>
                        <a:rPr lang="en" sz="2400" b="1">
                          <a:latin typeface="Times New Roman" panose="02020603050405020304" pitchFamily="18" charset="0"/>
                          <a:cs typeface="Times New Roman" panose="02020603050405020304" pitchFamily="18" charset="0"/>
                        </a:rPr>
                        <a:t>WORD_LIST_TABLE</a:t>
                      </a:r>
                      <a:endParaRPr sz="2400" b="1">
                        <a:latin typeface="Times New Roman" panose="02020603050405020304" pitchFamily="18" charset="0"/>
                        <a:cs typeface="Times New Roman" panose="02020603050405020304" pitchFamily="18" charset="0"/>
                      </a:endParaRPr>
                    </a:p>
                  </a:txBody>
                  <a:tcPr marL="63500" marR="63500" marT="63500" marB="6350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lvl="0" indent="0" algn="l" rtl="0">
                        <a:lnSpc>
                          <a:spcPct val="115000"/>
                        </a:lnSpc>
                        <a:spcBef>
                          <a:spcPts val="500"/>
                        </a:spcBef>
                        <a:spcAft>
                          <a:spcPts val="200"/>
                        </a:spcAft>
                        <a:buNone/>
                      </a:pPr>
                      <a:r>
                        <a:rPr lang="en" sz="2400" b="1">
                          <a:latin typeface="Times New Roman" panose="02020603050405020304" pitchFamily="18" charset="0"/>
                          <a:cs typeface="Times New Roman" panose="02020603050405020304" pitchFamily="18" charset="0"/>
                        </a:rPr>
                        <a:t>_id</a:t>
                      </a:r>
                      <a:endParaRPr sz="2400" b="1">
                        <a:latin typeface="Times New Roman" panose="02020603050405020304" pitchFamily="18" charset="0"/>
                        <a:cs typeface="Times New Roman" panose="02020603050405020304" pitchFamily="18" charset="0"/>
                      </a:endParaRPr>
                    </a:p>
                  </a:txBody>
                  <a:tcPr marL="63500" marR="63500" marT="63500" marB="63500"/>
                </a:tc>
                <a:tc>
                  <a:txBody>
                    <a:bodyPr/>
                    <a:lstStyle/>
                    <a:p>
                      <a:pPr marL="0" lvl="0" indent="0" algn="l" rtl="0">
                        <a:lnSpc>
                          <a:spcPct val="115000"/>
                        </a:lnSpc>
                        <a:spcBef>
                          <a:spcPts val="500"/>
                        </a:spcBef>
                        <a:spcAft>
                          <a:spcPts val="200"/>
                        </a:spcAft>
                        <a:buNone/>
                      </a:pPr>
                      <a:r>
                        <a:rPr lang="en" sz="2400" b="1" dirty="0">
                          <a:latin typeface="Times New Roman" panose="02020603050405020304" pitchFamily="18" charset="0"/>
                          <a:cs typeface="Times New Roman" panose="02020603050405020304" pitchFamily="18" charset="0"/>
                        </a:rPr>
                        <a:t>word</a:t>
                      </a:r>
                      <a:endParaRPr sz="2400" b="1" dirty="0">
                        <a:latin typeface="Times New Roman" panose="02020603050405020304" pitchFamily="18" charset="0"/>
                        <a:cs typeface="Times New Roman" panose="02020603050405020304" pitchFamily="18" charset="0"/>
                      </a:endParaRPr>
                    </a:p>
                  </a:txBody>
                  <a:tcPr marL="63500" marR="63500" marT="63500" marB="63500"/>
                </a:tc>
                <a:tc>
                  <a:txBody>
                    <a:bodyPr/>
                    <a:lstStyle/>
                    <a:p>
                      <a:pPr marL="0" lvl="0" indent="0" algn="l" rtl="0">
                        <a:lnSpc>
                          <a:spcPct val="115000"/>
                        </a:lnSpc>
                        <a:spcBef>
                          <a:spcPts val="500"/>
                        </a:spcBef>
                        <a:spcAft>
                          <a:spcPts val="200"/>
                        </a:spcAft>
                        <a:buNone/>
                      </a:pPr>
                      <a:r>
                        <a:rPr lang="en" sz="2400" b="1">
                          <a:latin typeface="Times New Roman" panose="02020603050405020304" pitchFamily="18" charset="0"/>
                          <a:cs typeface="Times New Roman" panose="02020603050405020304" pitchFamily="18" charset="0"/>
                        </a:rPr>
                        <a:t>definition</a:t>
                      </a:r>
                      <a:endParaRPr sz="2400" b="1">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 sz="2400">
                          <a:latin typeface="Times New Roman" panose="02020603050405020304" pitchFamily="18" charset="0"/>
                          <a:cs typeface="Times New Roman" panose="02020603050405020304" pitchFamily="18" charset="0"/>
                        </a:rPr>
                        <a:t>1</a:t>
                      </a:r>
                      <a:endParaRPr sz="2400">
                        <a:latin typeface="Times New Roman" panose="02020603050405020304" pitchFamily="18" charset="0"/>
                        <a:cs typeface="Times New Roman" panose="02020603050405020304" pitchFamily="18" charset="0"/>
                      </a:endParaRPr>
                    </a:p>
                  </a:txBody>
                  <a:tcPr marL="63500" marR="63500" marT="63500" marB="63500"/>
                </a:tc>
                <a:tc>
                  <a:txBody>
                    <a:bodyPr/>
                    <a:lstStyle/>
                    <a:p>
                      <a:pPr marL="0" lvl="0" indent="0" algn="l" rtl="0">
                        <a:spcBef>
                          <a:spcPts val="0"/>
                        </a:spcBef>
                        <a:spcAft>
                          <a:spcPts val="0"/>
                        </a:spcAft>
                        <a:buNone/>
                      </a:pPr>
                      <a:r>
                        <a:rPr lang="en" sz="2400">
                          <a:latin typeface="Times New Roman" panose="02020603050405020304" pitchFamily="18" charset="0"/>
                          <a:cs typeface="Times New Roman" panose="02020603050405020304" pitchFamily="18" charset="0"/>
                        </a:rPr>
                        <a:t>"alpha"</a:t>
                      </a:r>
                      <a:endParaRPr sz="2400">
                        <a:latin typeface="Times New Roman" panose="02020603050405020304" pitchFamily="18" charset="0"/>
                        <a:cs typeface="Times New Roman" panose="02020603050405020304" pitchFamily="18" charset="0"/>
                      </a:endParaRPr>
                    </a:p>
                  </a:txBody>
                  <a:tcPr marL="63500" marR="63500" marT="63500" marB="63500"/>
                </a:tc>
                <a:tc>
                  <a:txBody>
                    <a:bodyPr/>
                    <a:lstStyle/>
                    <a:p>
                      <a:pPr marL="0" lvl="0" indent="0" algn="l" rtl="0">
                        <a:spcBef>
                          <a:spcPts val="0"/>
                        </a:spcBef>
                        <a:spcAft>
                          <a:spcPts val="0"/>
                        </a:spcAft>
                        <a:buNone/>
                      </a:pPr>
                      <a:r>
                        <a:rPr lang="en" sz="2400">
                          <a:latin typeface="Times New Roman" panose="02020603050405020304" pitchFamily="18" charset="0"/>
                          <a:cs typeface="Times New Roman" panose="02020603050405020304" pitchFamily="18" charset="0"/>
                        </a:rPr>
                        <a:t>"first letter"</a:t>
                      </a:r>
                      <a:endParaRPr sz="2400">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 sz="2400">
                          <a:latin typeface="Times New Roman" panose="02020603050405020304" pitchFamily="18" charset="0"/>
                          <a:cs typeface="Times New Roman" panose="02020603050405020304" pitchFamily="18" charset="0"/>
                        </a:rPr>
                        <a:t>2</a:t>
                      </a:r>
                      <a:endParaRPr sz="2400">
                        <a:latin typeface="Times New Roman" panose="02020603050405020304" pitchFamily="18" charset="0"/>
                        <a:cs typeface="Times New Roman" panose="02020603050405020304" pitchFamily="18" charset="0"/>
                      </a:endParaRPr>
                    </a:p>
                  </a:txBody>
                  <a:tcPr marL="63500" marR="63500" marT="63500" marB="63500"/>
                </a:tc>
                <a:tc>
                  <a:txBody>
                    <a:bodyPr/>
                    <a:lstStyle/>
                    <a:p>
                      <a:pPr marL="0" lvl="0" indent="0" algn="l" rtl="0">
                        <a:spcBef>
                          <a:spcPts val="0"/>
                        </a:spcBef>
                        <a:spcAft>
                          <a:spcPts val="0"/>
                        </a:spcAft>
                        <a:buNone/>
                      </a:pPr>
                      <a:r>
                        <a:rPr lang="en" sz="2400">
                          <a:latin typeface="Times New Roman" panose="02020603050405020304" pitchFamily="18" charset="0"/>
                          <a:cs typeface="Times New Roman" panose="02020603050405020304" pitchFamily="18" charset="0"/>
                        </a:rPr>
                        <a:t>"beta"</a:t>
                      </a:r>
                      <a:endParaRPr sz="2400">
                        <a:latin typeface="Times New Roman" panose="02020603050405020304" pitchFamily="18" charset="0"/>
                        <a:cs typeface="Times New Roman" panose="02020603050405020304" pitchFamily="18" charset="0"/>
                      </a:endParaRPr>
                    </a:p>
                  </a:txBody>
                  <a:tcPr marL="63500" marR="63500" marT="63500" marB="63500"/>
                </a:tc>
                <a:tc>
                  <a:txBody>
                    <a:bodyPr/>
                    <a:lstStyle/>
                    <a:p>
                      <a:pPr marL="0" lvl="0" indent="0" algn="l" rtl="0">
                        <a:spcBef>
                          <a:spcPts val="0"/>
                        </a:spcBef>
                        <a:spcAft>
                          <a:spcPts val="0"/>
                        </a:spcAft>
                        <a:buNone/>
                      </a:pPr>
                      <a:r>
                        <a:rPr lang="en" sz="2400">
                          <a:latin typeface="Times New Roman" panose="02020603050405020304" pitchFamily="18" charset="0"/>
                          <a:cs typeface="Times New Roman" panose="02020603050405020304" pitchFamily="18" charset="0"/>
                        </a:rPr>
                        <a:t>"second letter"</a:t>
                      </a:r>
                      <a:endParaRPr sz="2400">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 sz="2400">
                          <a:latin typeface="Times New Roman" panose="02020603050405020304" pitchFamily="18" charset="0"/>
                          <a:cs typeface="Times New Roman" panose="02020603050405020304" pitchFamily="18" charset="0"/>
                        </a:rPr>
                        <a:t>3</a:t>
                      </a:r>
                      <a:endParaRPr sz="2400">
                        <a:latin typeface="Times New Roman" panose="02020603050405020304" pitchFamily="18" charset="0"/>
                        <a:cs typeface="Times New Roman" panose="02020603050405020304" pitchFamily="18" charset="0"/>
                      </a:endParaRPr>
                    </a:p>
                  </a:txBody>
                  <a:tcPr marL="63500" marR="63500" marT="63500" marB="63500"/>
                </a:tc>
                <a:tc>
                  <a:txBody>
                    <a:bodyPr/>
                    <a:lstStyle/>
                    <a:p>
                      <a:pPr marL="0" lvl="0" indent="0" algn="l" rtl="0">
                        <a:spcBef>
                          <a:spcPts val="0"/>
                        </a:spcBef>
                        <a:spcAft>
                          <a:spcPts val="0"/>
                        </a:spcAft>
                        <a:buNone/>
                      </a:pPr>
                      <a:r>
                        <a:rPr lang="en" sz="2400">
                          <a:latin typeface="Times New Roman" panose="02020603050405020304" pitchFamily="18" charset="0"/>
                          <a:cs typeface="Times New Roman" panose="02020603050405020304" pitchFamily="18" charset="0"/>
                        </a:rPr>
                        <a:t>"alpha"</a:t>
                      </a:r>
                      <a:endParaRPr sz="2400">
                        <a:latin typeface="Times New Roman" panose="02020603050405020304" pitchFamily="18" charset="0"/>
                        <a:cs typeface="Times New Roman" panose="02020603050405020304" pitchFamily="18" charset="0"/>
                      </a:endParaRPr>
                    </a:p>
                  </a:txBody>
                  <a:tcPr marL="63500" marR="63500" marT="63500" marB="63500"/>
                </a:tc>
                <a:tc>
                  <a:txBody>
                    <a:bodyPr/>
                    <a:lstStyle/>
                    <a:p>
                      <a:pPr marL="0" lvl="0" indent="0" algn="l" rtl="0">
                        <a:spcBef>
                          <a:spcPts val="0"/>
                        </a:spcBef>
                        <a:spcAft>
                          <a:spcPts val="0"/>
                        </a:spcAft>
                        <a:buNone/>
                      </a:pPr>
                      <a:r>
                        <a:rPr lang="en" sz="2400" dirty="0">
                          <a:latin typeface="Times New Roman" panose="02020603050405020304" pitchFamily="18" charset="0"/>
                          <a:cs typeface="Times New Roman" panose="02020603050405020304" pitchFamily="18" charset="0"/>
                        </a:rPr>
                        <a:t>"particle"</a:t>
                      </a:r>
                      <a:endParaRPr sz="2400" dirty="0">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824381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CA5B-0940-421A-A3CC-5E03D97BE324}"/>
              </a:ext>
            </a:extLst>
          </p:cNvPr>
          <p:cNvSpPr>
            <a:spLocks noGrp="1"/>
          </p:cNvSpPr>
          <p:nvPr>
            <p:ph type="title"/>
          </p:nvPr>
        </p:nvSpPr>
        <p:spPr/>
        <p:txBody>
          <a:bodyPr/>
          <a:lstStyle/>
          <a:p>
            <a:r>
              <a:rPr lang="en" dirty="0"/>
              <a:t>SQL basic operations </a:t>
            </a:r>
            <a:endParaRPr lang="en-US" dirty="0"/>
          </a:p>
        </p:txBody>
      </p:sp>
      <p:sp>
        <p:nvSpPr>
          <p:cNvPr id="3" name="Text Placeholder 2">
            <a:extLst>
              <a:ext uri="{FF2B5EF4-FFF2-40B4-BE49-F238E27FC236}">
                <a16:creationId xmlns:a16="http://schemas.microsoft.com/office/drawing/2014/main" id="{D2A18634-C05B-48E1-BC99-032901A245DF}"/>
              </a:ext>
            </a:extLst>
          </p:cNvPr>
          <p:cNvSpPr>
            <a:spLocks noGrp="1"/>
          </p:cNvSpPr>
          <p:nvPr>
            <p:ph type="body" idx="1"/>
          </p:nvPr>
        </p:nvSpPr>
        <p:spPr/>
        <p:txBody>
          <a:bodyPr/>
          <a:lstStyle/>
          <a:p>
            <a:pPr marL="457200" lvl="0" indent="-381000" algn="l" rtl="0">
              <a:spcBef>
                <a:spcPts val="1000"/>
              </a:spcBef>
              <a:spcAft>
                <a:spcPts val="0"/>
              </a:spcAft>
              <a:buSzPts val="2400"/>
              <a:buChar char="●"/>
            </a:pPr>
            <a:r>
              <a:rPr lang="en-US" b="0" dirty="0"/>
              <a:t>Insert rows</a:t>
            </a:r>
          </a:p>
          <a:p>
            <a:pPr marL="457200" lvl="0" indent="-381000" algn="l" rtl="0">
              <a:spcBef>
                <a:spcPts val="1000"/>
              </a:spcBef>
              <a:spcAft>
                <a:spcPts val="0"/>
              </a:spcAft>
              <a:buSzPts val="2400"/>
              <a:buChar char="●"/>
            </a:pPr>
            <a:r>
              <a:rPr lang="en-US" b="0" dirty="0"/>
              <a:t>Delete rows</a:t>
            </a:r>
          </a:p>
          <a:p>
            <a:pPr marL="457200" lvl="0" indent="-381000" algn="l" rtl="0">
              <a:spcBef>
                <a:spcPts val="1000"/>
              </a:spcBef>
              <a:spcAft>
                <a:spcPts val="0"/>
              </a:spcAft>
              <a:buSzPts val="2400"/>
              <a:buChar char="●"/>
            </a:pPr>
            <a:r>
              <a:rPr lang="en-US" b="0" dirty="0"/>
              <a:t>Update values in rows</a:t>
            </a:r>
          </a:p>
          <a:p>
            <a:pPr marL="457200" lvl="0" indent="-381000" algn="l" rtl="0">
              <a:spcBef>
                <a:spcPts val="1000"/>
              </a:spcBef>
              <a:spcAft>
                <a:spcPts val="0"/>
              </a:spcAft>
              <a:buSzPts val="2400"/>
              <a:buChar char="●"/>
            </a:pPr>
            <a:r>
              <a:rPr lang="en-US" b="0" dirty="0"/>
              <a:t>Retrieve rows that meet given criteria</a:t>
            </a:r>
            <a:endParaRPr lang="en-US" sz="1400" b="0" dirty="0">
              <a:solidFill>
                <a:schemeClr val="dk1"/>
              </a:solidFill>
            </a:endParaRPr>
          </a:p>
          <a:p>
            <a:endParaRPr lang="en-US" dirty="0"/>
          </a:p>
        </p:txBody>
      </p:sp>
    </p:spTree>
    <p:extLst>
      <p:ext uri="{BB962C8B-B14F-4D97-AF65-F5344CB8AC3E}">
        <p14:creationId xmlns:p14="http://schemas.microsoft.com/office/powerpoint/2010/main" val="4242075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7"/>
          <p:cNvSpPr txBox="1">
            <a:spLocks noGrp="1"/>
          </p:cNvSpPr>
          <p:nvPr>
            <p:ph type="title"/>
          </p:nvPr>
        </p:nvSpPr>
        <p:spPr>
          <a:xfrm>
            <a:off x="305074" y="396107"/>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SQL Query </a:t>
            </a:r>
            <a:endParaRPr dirty="0"/>
          </a:p>
        </p:txBody>
      </p:sp>
      <p:sp>
        <p:nvSpPr>
          <p:cNvPr id="172" name="Google Shape;172;p27"/>
          <p:cNvSpPr txBox="1">
            <a:spLocks noGrp="1"/>
          </p:cNvSpPr>
          <p:nvPr>
            <p:ph type="body" idx="1"/>
          </p:nvPr>
        </p:nvSpPr>
        <p:spPr>
          <a:xfrm>
            <a:off x="311700" y="1076275"/>
            <a:ext cx="8520600" cy="3416400"/>
          </a:xfrm>
          <a:prstGeom prst="rect">
            <a:avLst/>
          </a:prstGeom>
          <a:ln>
            <a:noFill/>
          </a:ln>
        </p:spPr>
        <p:txBody>
          <a:bodyPr spcFirstLastPara="1" wrap="square" lIns="91425" tIns="91425" rIns="91425" bIns="91425" anchor="t" anchorCtr="0">
            <a:noAutofit/>
          </a:bodyPr>
          <a:lstStyle/>
          <a:p>
            <a:pPr marL="0" lvl="0" indent="0" algn="l" rtl="0">
              <a:spcBef>
                <a:spcPts val="500"/>
              </a:spcBef>
              <a:spcAft>
                <a:spcPts val="0"/>
              </a:spcAft>
              <a:buClr>
                <a:schemeClr val="dk1"/>
              </a:buClr>
              <a:buSzPts val="1100"/>
              <a:buFont typeface="Arial"/>
              <a:buNone/>
            </a:pPr>
            <a:endParaRPr sz="1400" b="1">
              <a:solidFill>
                <a:schemeClr val="dk1"/>
              </a:solidFill>
              <a:latin typeface="Arial"/>
              <a:ea typeface="Arial"/>
              <a:cs typeface="Arial"/>
              <a:sym typeface="Arial"/>
            </a:endParaRPr>
          </a:p>
          <a:p>
            <a:pPr marL="0" lvl="0" indent="0" algn="l" rtl="0">
              <a:spcBef>
                <a:spcPts val="500"/>
              </a:spcBef>
              <a:spcAft>
                <a:spcPts val="200"/>
              </a:spcAft>
              <a:buClr>
                <a:schemeClr val="dk1"/>
              </a:buClr>
              <a:buSzPts val="1100"/>
              <a:buFont typeface="Arial"/>
              <a:buNone/>
            </a:pPr>
            <a:endParaRPr>
              <a:solidFill>
                <a:schemeClr val="dk1"/>
              </a:solidFill>
              <a:latin typeface="Arial"/>
              <a:ea typeface="Arial"/>
              <a:cs typeface="Arial"/>
              <a:sym typeface="Arial"/>
            </a:endParaRPr>
          </a:p>
        </p:txBody>
      </p:sp>
      <p:sp>
        <p:nvSpPr>
          <p:cNvPr id="173" name="Google Shape;173;p27"/>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sp>
        <p:nvSpPr>
          <p:cNvPr id="174" name="Google Shape;174;p27"/>
          <p:cNvSpPr txBox="1">
            <a:spLocks noGrp="1"/>
          </p:cNvSpPr>
          <p:nvPr>
            <p:ph type="body" idx="4294967295"/>
          </p:nvPr>
        </p:nvSpPr>
        <p:spPr>
          <a:xfrm>
            <a:off x="351182" y="1076325"/>
            <a:ext cx="8170517" cy="3416300"/>
          </a:xfrm>
          <a:prstGeom prst="rect">
            <a:avLst/>
          </a:prstGeom>
          <a:ln>
            <a:noFill/>
          </a:ln>
        </p:spPr>
        <p:txBody>
          <a:bodyPr spcFirstLastPara="1" wrap="square" lIns="91425" tIns="91425" rIns="91425" bIns="91425" anchor="t" anchorCtr="0">
            <a:noAutofit/>
          </a:bodyPr>
          <a:lstStyle/>
          <a:p>
            <a:pPr marL="457200" lvl="0" indent="-381000" algn="l" rtl="0">
              <a:spcBef>
                <a:spcPts val="1000"/>
              </a:spcBef>
              <a:spcAft>
                <a:spcPts val="0"/>
              </a:spcAft>
              <a:buSzPts val="2400"/>
              <a:buChar char="●"/>
            </a:pPr>
            <a:r>
              <a:rPr lang="en" b="0" dirty="0"/>
              <a:t>SELECT word, description </a:t>
            </a:r>
            <a:br>
              <a:rPr lang="en" b="0" dirty="0"/>
            </a:br>
            <a:r>
              <a:rPr lang="en" b="0" dirty="0"/>
              <a:t>FROM WORD_LIST_TABLE </a:t>
            </a:r>
            <a:br>
              <a:rPr lang="en" b="0" dirty="0"/>
            </a:br>
            <a:r>
              <a:rPr lang="en" b="0" dirty="0"/>
              <a:t>WHERE word="alpha"</a:t>
            </a:r>
            <a:endParaRPr b="0" dirty="0"/>
          </a:p>
          <a:p>
            <a:pPr marL="0" lvl="0" indent="0" algn="l" rtl="0">
              <a:spcBef>
                <a:spcPts val="1000"/>
              </a:spcBef>
              <a:spcAft>
                <a:spcPts val="0"/>
              </a:spcAft>
              <a:buClr>
                <a:schemeClr val="dk1"/>
              </a:buClr>
              <a:buSzPts val="1100"/>
              <a:buFont typeface="Arial"/>
              <a:buNone/>
            </a:pPr>
            <a:r>
              <a:rPr lang="en" dirty="0"/>
              <a:t> Generic</a:t>
            </a:r>
            <a:endParaRPr dirty="0"/>
          </a:p>
          <a:p>
            <a:pPr marL="457200" lvl="0" indent="-381000" algn="l" rtl="0">
              <a:spcBef>
                <a:spcPts val="1000"/>
              </a:spcBef>
              <a:spcAft>
                <a:spcPts val="0"/>
              </a:spcAft>
              <a:buSzPts val="2400"/>
              <a:buChar char="●"/>
            </a:pPr>
            <a:r>
              <a:rPr lang="en" b="0" dirty="0"/>
              <a:t>SELECT columns </a:t>
            </a:r>
            <a:br>
              <a:rPr lang="en" b="0" dirty="0"/>
            </a:br>
            <a:r>
              <a:rPr lang="en" b="0" dirty="0"/>
              <a:t>FROM table </a:t>
            </a:r>
            <a:br>
              <a:rPr lang="en" b="0" dirty="0"/>
            </a:br>
            <a:r>
              <a:rPr lang="en" b="0" dirty="0"/>
              <a:t>WHERE column="value"</a:t>
            </a:r>
            <a:endParaRPr b="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8"/>
          <p:cNvSpPr txBox="1">
            <a:spLocks noGrp="1"/>
          </p:cNvSpPr>
          <p:nvPr>
            <p:ph type="title"/>
          </p:nvPr>
        </p:nvSpPr>
        <p:spPr>
          <a:xfrm>
            <a:off x="311700" y="389481"/>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SELECT columns FROM table</a:t>
            </a:r>
            <a:endParaRPr/>
          </a:p>
        </p:txBody>
      </p:sp>
      <p:sp>
        <p:nvSpPr>
          <p:cNvPr id="180" name="Google Shape;180;p28"/>
          <p:cNvSpPr txBox="1">
            <a:spLocks noGrp="1"/>
          </p:cNvSpPr>
          <p:nvPr>
            <p:ph type="body" idx="1"/>
          </p:nvPr>
        </p:nvSpPr>
        <p:spPr>
          <a:xfrm>
            <a:off x="311700" y="1076275"/>
            <a:ext cx="8520600" cy="3416400"/>
          </a:xfrm>
          <a:prstGeom prst="rect">
            <a:avLst/>
          </a:prstGeom>
          <a:ln>
            <a:noFill/>
          </a:ln>
        </p:spPr>
        <p:txBody>
          <a:bodyPr spcFirstLastPara="1" wrap="square" lIns="91425" tIns="91425" rIns="91425" bIns="91425" anchor="t" anchorCtr="0">
            <a:noAutofit/>
          </a:bodyPr>
          <a:lstStyle/>
          <a:p>
            <a:pPr marL="0" lvl="0" indent="0" algn="l" rtl="0">
              <a:spcBef>
                <a:spcPts val="500"/>
              </a:spcBef>
              <a:spcAft>
                <a:spcPts val="0"/>
              </a:spcAft>
              <a:buClr>
                <a:schemeClr val="dk1"/>
              </a:buClr>
              <a:buSzPts val="1100"/>
              <a:buFont typeface="Arial"/>
              <a:buNone/>
            </a:pPr>
            <a:endParaRPr sz="1400" b="1">
              <a:solidFill>
                <a:schemeClr val="dk1"/>
              </a:solidFill>
              <a:latin typeface="Arial"/>
              <a:ea typeface="Arial"/>
              <a:cs typeface="Arial"/>
              <a:sym typeface="Arial"/>
            </a:endParaRPr>
          </a:p>
          <a:p>
            <a:pPr marL="0" lvl="0" indent="0" algn="l" rtl="0">
              <a:spcBef>
                <a:spcPts val="500"/>
              </a:spcBef>
              <a:spcAft>
                <a:spcPts val="200"/>
              </a:spcAft>
              <a:buClr>
                <a:schemeClr val="dk1"/>
              </a:buClr>
              <a:buSzPts val="1100"/>
              <a:buFont typeface="Arial"/>
              <a:buNone/>
            </a:pPr>
            <a:endParaRPr>
              <a:solidFill>
                <a:schemeClr val="dk1"/>
              </a:solidFill>
              <a:latin typeface="Arial"/>
              <a:ea typeface="Arial"/>
              <a:cs typeface="Arial"/>
              <a:sym typeface="Arial"/>
            </a:endParaRPr>
          </a:p>
        </p:txBody>
      </p:sp>
      <p:sp>
        <p:nvSpPr>
          <p:cNvPr id="181" name="Google Shape;181;p28"/>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182" name="Google Shape;182;p28"/>
          <p:cNvSpPr txBox="1">
            <a:spLocks noGrp="1"/>
          </p:cNvSpPr>
          <p:nvPr>
            <p:ph type="body" idx="4294967295"/>
          </p:nvPr>
        </p:nvSpPr>
        <p:spPr>
          <a:xfrm>
            <a:off x="364434" y="1304925"/>
            <a:ext cx="8157265" cy="2671763"/>
          </a:xfrm>
          <a:prstGeom prst="rect">
            <a:avLst/>
          </a:prstGeom>
          <a:ln>
            <a:noFill/>
          </a:ln>
        </p:spPr>
        <p:txBody>
          <a:bodyPr spcFirstLastPara="1" wrap="square" lIns="91425" tIns="91425" rIns="91425" bIns="91425" anchor="t" anchorCtr="0">
            <a:noAutofit/>
          </a:bodyPr>
          <a:lstStyle/>
          <a:p>
            <a:pPr marL="457200" lvl="0" indent="-381000" algn="l" rtl="0">
              <a:spcBef>
                <a:spcPts val="1000"/>
              </a:spcBef>
              <a:spcAft>
                <a:spcPts val="0"/>
              </a:spcAft>
              <a:buSzPts val="2400"/>
              <a:buChar char="●"/>
            </a:pPr>
            <a:r>
              <a:rPr lang="en" b="1" dirty="0"/>
              <a:t>SELECT columns</a:t>
            </a:r>
            <a:endParaRPr dirty="0"/>
          </a:p>
          <a:p>
            <a:pPr marL="914400" lvl="1" indent="-355600" algn="l" rtl="0">
              <a:spcBef>
                <a:spcPts val="1000"/>
              </a:spcBef>
              <a:spcAft>
                <a:spcPts val="0"/>
              </a:spcAft>
              <a:buSzPts val="2000"/>
              <a:buChar char="○"/>
            </a:pPr>
            <a:r>
              <a:rPr lang="en" dirty="0"/>
              <a:t>Select the columns to return</a:t>
            </a:r>
            <a:endParaRPr dirty="0"/>
          </a:p>
          <a:p>
            <a:pPr marL="914400" lvl="1" indent="-355600" algn="l" rtl="0">
              <a:spcBef>
                <a:spcPts val="1000"/>
              </a:spcBef>
              <a:spcAft>
                <a:spcPts val="0"/>
              </a:spcAft>
              <a:buSzPts val="2000"/>
              <a:buChar char="○"/>
            </a:pPr>
            <a:r>
              <a:rPr lang="en" dirty="0"/>
              <a:t>Use * to return all columns</a:t>
            </a:r>
            <a:endParaRPr dirty="0"/>
          </a:p>
          <a:p>
            <a:pPr marL="0" lvl="0" indent="0" algn="l" rtl="0">
              <a:spcBef>
                <a:spcPts val="1000"/>
              </a:spcBef>
              <a:spcAft>
                <a:spcPts val="0"/>
              </a:spcAft>
              <a:buNone/>
            </a:pPr>
            <a:endParaRPr dirty="0"/>
          </a:p>
          <a:p>
            <a:pPr marL="457200" lvl="0" indent="-381000" algn="l" rtl="0">
              <a:spcBef>
                <a:spcPts val="1000"/>
              </a:spcBef>
              <a:spcAft>
                <a:spcPts val="0"/>
              </a:spcAft>
              <a:buSzPts val="2400"/>
              <a:buChar char="●"/>
            </a:pPr>
            <a:r>
              <a:rPr lang="en" b="1" dirty="0"/>
              <a:t>FROM table</a:t>
            </a:r>
            <a:r>
              <a:rPr lang="en" dirty="0"/>
              <a:t>—specify the table from which to get results</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9"/>
          <p:cNvSpPr txBox="1">
            <a:spLocks noGrp="1"/>
          </p:cNvSpPr>
          <p:nvPr>
            <p:ph type="title"/>
          </p:nvPr>
        </p:nvSpPr>
        <p:spPr>
          <a:xfrm>
            <a:off x="311700" y="389481"/>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WHERE column="value"</a:t>
            </a:r>
            <a:endParaRPr dirty="0"/>
          </a:p>
        </p:txBody>
      </p:sp>
      <p:sp>
        <p:nvSpPr>
          <p:cNvPr id="188" name="Google Shape;188;p29"/>
          <p:cNvSpPr txBox="1">
            <a:spLocks noGrp="1"/>
          </p:cNvSpPr>
          <p:nvPr>
            <p:ph type="body" idx="1"/>
          </p:nvPr>
        </p:nvSpPr>
        <p:spPr>
          <a:xfrm>
            <a:off x="311700" y="1076275"/>
            <a:ext cx="8520600" cy="3416400"/>
          </a:xfrm>
          <a:prstGeom prst="rect">
            <a:avLst/>
          </a:prstGeom>
          <a:ln>
            <a:noFill/>
          </a:ln>
        </p:spPr>
        <p:txBody>
          <a:bodyPr spcFirstLastPara="1" wrap="square" lIns="91425" tIns="91425" rIns="91425" bIns="91425" anchor="t" anchorCtr="0">
            <a:noAutofit/>
          </a:bodyPr>
          <a:lstStyle/>
          <a:p>
            <a:pPr marL="0" lvl="0" indent="0" algn="l" rtl="0">
              <a:spcBef>
                <a:spcPts val="500"/>
              </a:spcBef>
              <a:spcAft>
                <a:spcPts val="0"/>
              </a:spcAft>
              <a:buClr>
                <a:schemeClr val="dk1"/>
              </a:buClr>
              <a:buSzPts val="1100"/>
              <a:buFont typeface="Arial"/>
              <a:buNone/>
            </a:pPr>
            <a:endParaRPr sz="1400" b="1">
              <a:solidFill>
                <a:schemeClr val="dk1"/>
              </a:solidFill>
              <a:latin typeface="Arial"/>
              <a:ea typeface="Arial"/>
              <a:cs typeface="Arial"/>
              <a:sym typeface="Arial"/>
            </a:endParaRPr>
          </a:p>
          <a:p>
            <a:pPr marL="0" lvl="0" indent="0" algn="l" rtl="0">
              <a:spcBef>
                <a:spcPts val="500"/>
              </a:spcBef>
              <a:spcAft>
                <a:spcPts val="200"/>
              </a:spcAft>
              <a:buClr>
                <a:schemeClr val="dk1"/>
              </a:buClr>
              <a:buSzPts val="1100"/>
              <a:buFont typeface="Arial"/>
              <a:buNone/>
            </a:pPr>
            <a:endParaRPr>
              <a:solidFill>
                <a:schemeClr val="dk1"/>
              </a:solidFill>
              <a:latin typeface="Arial"/>
              <a:ea typeface="Arial"/>
              <a:cs typeface="Arial"/>
              <a:sym typeface="Arial"/>
            </a:endParaRPr>
          </a:p>
        </p:txBody>
      </p:sp>
      <p:sp>
        <p:nvSpPr>
          <p:cNvPr id="189" name="Google Shape;189;p29"/>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190" name="Google Shape;190;p29"/>
          <p:cNvSpPr txBox="1">
            <a:spLocks noGrp="1"/>
          </p:cNvSpPr>
          <p:nvPr>
            <p:ph type="body" idx="4294967295"/>
          </p:nvPr>
        </p:nvSpPr>
        <p:spPr>
          <a:xfrm>
            <a:off x="470452" y="1457325"/>
            <a:ext cx="8051248" cy="2457450"/>
          </a:xfrm>
          <a:prstGeom prst="rect">
            <a:avLst/>
          </a:prstGeom>
          <a:ln>
            <a:noFill/>
          </a:ln>
        </p:spPr>
        <p:txBody>
          <a:bodyPr spcFirstLastPara="1" wrap="square" lIns="91425" tIns="91425" rIns="91425" bIns="91425" anchor="t" anchorCtr="0">
            <a:noAutofit/>
          </a:bodyPr>
          <a:lstStyle/>
          <a:p>
            <a:pPr marL="457200" lvl="0" indent="-381000" algn="l" rtl="0">
              <a:spcBef>
                <a:spcPts val="500"/>
              </a:spcBef>
              <a:spcAft>
                <a:spcPts val="0"/>
              </a:spcAft>
              <a:buClr>
                <a:schemeClr val="dk1"/>
              </a:buClr>
              <a:buSzPts val="2400"/>
              <a:buChar char="●"/>
            </a:pPr>
            <a:r>
              <a:rPr lang="en" b="0" dirty="0">
                <a:solidFill>
                  <a:schemeClr val="dk1"/>
                </a:solidFill>
              </a:rPr>
              <a:t>WHERE—keyword for conditions that have to be met</a:t>
            </a:r>
            <a:endParaRPr b="0" dirty="0">
              <a:solidFill>
                <a:schemeClr val="dk1"/>
              </a:solidFill>
            </a:endParaRPr>
          </a:p>
          <a:p>
            <a:pPr marL="0" lvl="0" indent="0" algn="l" rtl="0">
              <a:spcBef>
                <a:spcPts val="500"/>
              </a:spcBef>
              <a:spcAft>
                <a:spcPts val="0"/>
              </a:spcAft>
              <a:buNone/>
            </a:pPr>
            <a:endParaRPr b="0" dirty="0">
              <a:solidFill>
                <a:schemeClr val="dk1"/>
              </a:solidFill>
            </a:endParaRPr>
          </a:p>
          <a:p>
            <a:pPr marL="457200" lvl="0" indent="-381000" algn="l" rtl="0">
              <a:spcBef>
                <a:spcPts val="500"/>
              </a:spcBef>
              <a:spcAft>
                <a:spcPts val="0"/>
              </a:spcAft>
              <a:buClr>
                <a:schemeClr val="dk1"/>
              </a:buClr>
              <a:buSzPts val="2400"/>
              <a:buChar char="●"/>
            </a:pPr>
            <a:r>
              <a:rPr lang="en" b="0" dirty="0">
                <a:solidFill>
                  <a:schemeClr val="dk1"/>
                </a:solidFill>
              </a:rPr>
              <a:t>column="value"—the condition that has to be met</a:t>
            </a:r>
            <a:endParaRPr b="0" dirty="0">
              <a:solidFill>
                <a:schemeClr val="dk1"/>
              </a:solidFill>
            </a:endParaRPr>
          </a:p>
          <a:p>
            <a:pPr marL="914400" lvl="1" indent="-381000" algn="l" rtl="0">
              <a:spcBef>
                <a:spcPts val="0"/>
              </a:spcBef>
              <a:spcAft>
                <a:spcPts val="0"/>
              </a:spcAft>
              <a:buClr>
                <a:schemeClr val="dk1"/>
              </a:buClr>
              <a:buSzPts val="2400"/>
              <a:buChar char="○"/>
            </a:pPr>
            <a:r>
              <a:rPr lang="en" sz="2400" dirty="0">
                <a:solidFill>
                  <a:schemeClr val="dk1"/>
                </a:solidFill>
              </a:rPr>
              <a:t>common operators: =, LIKE, &lt;, &gt;</a:t>
            </a:r>
            <a:endParaRPr sz="2400" dirty="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0"/>
          <p:cNvSpPr txBox="1">
            <a:spLocks noGrp="1"/>
          </p:cNvSpPr>
          <p:nvPr>
            <p:ph type="title"/>
          </p:nvPr>
        </p:nvSpPr>
        <p:spPr>
          <a:xfrm>
            <a:off x="311700" y="38948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AND, ORDER BY, LIMIT</a:t>
            </a:r>
            <a:endParaRPr dirty="0"/>
          </a:p>
        </p:txBody>
      </p:sp>
      <p:sp>
        <p:nvSpPr>
          <p:cNvPr id="196" name="Google Shape;196;p30"/>
          <p:cNvSpPr txBox="1">
            <a:spLocks noGrp="1"/>
          </p:cNvSpPr>
          <p:nvPr>
            <p:ph type="body" idx="1"/>
          </p:nvPr>
        </p:nvSpPr>
        <p:spPr>
          <a:prstGeom prst="rect">
            <a:avLst/>
          </a:prstGeom>
          <a:ln>
            <a:noFill/>
          </a:ln>
        </p:spPr>
        <p:txBody>
          <a:bodyPr spcFirstLastPara="1" wrap="square" lIns="91425" tIns="91425" rIns="91425" bIns="91425" anchor="t" anchorCtr="0">
            <a:noAutofit/>
          </a:bodyPr>
          <a:lstStyle/>
          <a:p>
            <a:pPr marL="0" lvl="0" indent="0" algn="l" rtl="0">
              <a:spcBef>
                <a:spcPts val="500"/>
              </a:spcBef>
              <a:spcAft>
                <a:spcPts val="0"/>
              </a:spcAft>
              <a:buClr>
                <a:schemeClr val="dk1"/>
              </a:buClr>
              <a:buSzPts val="1100"/>
              <a:buFont typeface="Arial"/>
              <a:buNone/>
            </a:pPr>
            <a:endParaRPr sz="1400" b="1">
              <a:solidFill>
                <a:schemeClr val="dk1"/>
              </a:solidFill>
              <a:latin typeface="Arial"/>
              <a:ea typeface="Arial"/>
              <a:cs typeface="Arial"/>
              <a:sym typeface="Arial"/>
            </a:endParaRPr>
          </a:p>
          <a:p>
            <a:pPr marL="0" lvl="0" indent="0" algn="l" rtl="0">
              <a:spcBef>
                <a:spcPts val="500"/>
              </a:spcBef>
              <a:spcAft>
                <a:spcPts val="200"/>
              </a:spcAft>
              <a:buClr>
                <a:schemeClr val="dk1"/>
              </a:buClr>
              <a:buSzPts val="1100"/>
              <a:buFont typeface="Arial"/>
              <a:buNone/>
            </a:pPr>
            <a:endParaRPr>
              <a:solidFill>
                <a:schemeClr val="dk1"/>
              </a:solidFill>
              <a:latin typeface="Arial"/>
              <a:ea typeface="Arial"/>
              <a:cs typeface="Arial"/>
              <a:sym typeface="Arial"/>
            </a:endParaRPr>
          </a:p>
        </p:txBody>
      </p:sp>
      <p:sp>
        <p:nvSpPr>
          <p:cNvPr id="197" name="Google Shape;197;p3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198" name="Google Shape;198;p30"/>
          <p:cNvSpPr txBox="1">
            <a:spLocks noGrp="1"/>
          </p:cNvSpPr>
          <p:nvPr>
            <p:ph type="body" idx="4294967295"/>
          </p:nvPr>
        </p:nvSpPr>
        <p:spPr>
          <a:xfrm>
            <a:off x="519113" y="1245703"/>
            <a:ext cx="8624887" cy="2738921"/>
          </a:xfrm>
          <a:prstGeom prst="rect">
            <a:avLst/>
          </a:prstGeom>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b="0" dirty="0">
                <a:solidFill>
                  <a:schemeClr val="dk1"/>
                </a:solidFill>
              </a:rPr>
              <a:t>SELECT _id FROM WORD_LIST_TABLE WHERE word="alpha" AND definition LIKE "%art%" ORDER BY word DESC LIMIT 1 </a:t>
            </a:r>
            <a:endParaRPr b="0" dirty="0">
              <a:solidFill>
                <a:schemeClr val="dk1"/>
              </a:solidFill>
            </a:endParaRPr>
          </a:p>
          <a:p>
            <a:pPr marL="0" lvl="0" indent="0" algn="l" rtl="0">
              <a:lnSpc>
                <a:spcPct val="100000"/>
              </a:lnSpc>
              <a:spcBef>
                <a:spcPts val="1000"/>
              </a:spcBef>
              <a:spcAft>
                <a:spcPts val="0"/>
              </a:spcAft>
              <a:buClr>
                <a:schemeClr val="dk1"/>
              </a:buClr>
              <a:buSzPts val="1100"/>
              <a:buFont typeface="Arial"/>
              <a:buNone/>
            </a:pPr>
            <a:endParaRPr sz="1100" b="0" dirty="0">
              <a:solidFill>
                <a:schemeClr val="dk1"/>
              </a:solidFill>
              <a:latin typeface="Arial"/>
              <a:ea typeface="Arial"/>
              <a:cs typeface="Arial"/>
              <a:sym typeface="Arial"/>
            </a:endParaRPr>
          </a:p>
          <a:p>
            <a:pPr marL="457200" lvl="0" indent="-381000" algn="l" rtl="0">
              <a:spcBef>
                <a:spcPts val="1000"/>
              </a:spcBef>
              <a:spcAft>
                <a:spcPts val="0"/>
              </a:spcAft>
              <a:buClr>
                <a:schemeClr val="dk1"/>
              </a:buClr>
              <a:buSzPts val="2400"/>
              <a:buChar char="●"/>
            </a:pPr>
            <a:r>
              <a:rPr lang="en" b="0" dirty="0">
                <a:solidFill>
                  <a:schemeClr val="dk1"/>
                </a:solidFill>
              </a:rPr>
              <a:t>AND, OR—connect multiple conditions with logic operators</a:t>
            </a:r>
            <a:endParaRPr b="0" dirty="0">
              <a:solidFill>
                <a:schemeClr val="dk1"/>
              </a:solidFill>
            </a:endParaRPr>
          </a:p>
          <a:p>
            <a:pPr marL="457200" lvl="0" indent="-381000" algn="l" rtl="0">
              <a:spcBef>
                <a:spcPts val="1000"/>
              </a:spcBef>
              <a:spcAft>
                <a:spcPts val="0"/>
              </a:spcAft>
              <a:buClr>
                <a:schemeClr val="dk1"/>
              </a:buClr>
              <a:buSzPts val="2400"/>
              <a:buChar char="●"/>
            </a:pPr>
            <a:r>
              <a:rPr lang="en" b="0" dirty="0">
                <a:solidFill>
                  <a:schemeClr val="dk1"/>
                </a:solidFill>
              </a:rPr>
              <a:t>ORDER BY—omit for default order, or ASC for ascending, DESC for descending</a:t>
            </a:r>
            <a:endParaRPr b="0" dirty="0">
              <a:solidFill>
                <a:schemeClr val="dk1"/>
              </a:solidFill>
            </a:endParaRPr>
          </a:p>
          <a:p>
            <a:pPr marL="457200" lvl="0" indent="-381000" algn="l" rtl="0">
              <a:spcBef>
                <a:spcPts val="1000"/>
              </a:spcBef>
              <a:spcAft>
                <a:spcPts val="0"/>
              </a:spcAft>
              <a:buClr>
                <a:schemeClr val="dk1"/>
              </a:buClr>
              <a:buSzPts val="2400"/>
              <a:buChar char="●"/>
            </a:pPr>
            <a:r>
              <a:rPr lang="en" b="0" dirty="0">
                <a:solidFill>
                  <a:schemeClr val="dk1"/>
                </a:solidFill>
              </a:rPr>
              <a:t>LIMIT—get a limited number of results</a:t>
            </a:r>
            <a:endParaRPr b="0" dirty="0">
              <a:solidFill>
                <a:schemeClr val="dk1"/>
              </a:solidFill>
            </a:endParaRPr>
          </a:p>
          <a:p>
            <a:pPr marL="0" lvl="0" indent="0" algn="l" rtl="0">
              <a:spcBef>
                <a:spcPts val="1000"/>
              </a:spcBef>
              <a:spcAft>
                <a:spcPts val="200"/>
              </a:spcAft>
              <a:buClr>
                <a:schemeClr val="dk1"/>
              </a:buClr>
              <a:buSzPts val="1100"/>
              <a:buFont typeface="Arial"/>
              <a:buNone/>
            </a:pPr>
            <a:endParaRPr sz="1800" b="1" dirty="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1"/>
          <p:cNvSpPr txBox="1">
            <a:spLocks noGrp="1"/>
          </p:cNvSpPr>
          <p:nvPr>
            <p:ph type="title"/>
          </p:nvPr>
        </p:nvSpPr>
        <p:spPr>
          <a:xfrm>
            <a:off x="298448" y="402733"/>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Sample queries</a:t>
            </a:r>
            <a:endParaRPr dirty="0"/>
          </a:p>
        </p:txBody>
      </p:sp>
      <p:sp>
        <p:nvSpPr>
          <p:cNvPr id="204" name="Google Shape;204;p3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graphicFrame>
        <p:nvGraphicFramePr>
          <p:cNvPr id="205" name="Google Shape;205;p31"/>
          <p:cNvGraphicFramePr/>
          <p:nvPr>
            <p:extLst>
              <p:ext uri="{D42A27DB-BD31-4B8C-83A1-F6EECF244321}">
                <p14:modId xmlns:p14="http://schemas.microsoft.com/office/powerpoint/2010/main" val="1473555258"/>
              </p:ext>
            </p:extLst>
          </p:nvPr>
        </p:nvGraphicFramePr>
        <p:xfrm>
          <a:off x="477078" y="1524000"/>
          <a:ext cx="8541122" cy="2749725"/>
        </p:xfrm>
        <a:graphic>
          <a:graphicData uri="http://schemas.openxmlformats.org/drawingml/2006/table">
            <a:tbl>
              <a:tblPr>
                <a:noFill/>
              </a:tblPr>
              <a:tblGrid>
                <a:gridCol w="437994">
                  <a:extLst>
                    <a:ext uri="{9D8B030D-6E8A-4147-A177-3AD203B41FA5}">
                      <a16:colId xmlns:a16="http://schemas.microsoft.com/office/drawing/2014/main" val="20000"/>
                    </a:ext>
                  </a:extLst>
                </a:gridCol>
                <a:gridCol w="3832567">
                  <a:extLst>
                    <a:ext uri="{9D8B030D-6E8A-4147-A177-3AD203B41FA5}">
                      <a16:colId xmlns:a16="http://schemas.microsoft.com/office/drawing/2014/main" val="20001"/>
                    </a:ext>
                  </a:extLst>
                </a:gridCol>
                <a:gridCol w="4270561">
                  <a:extLst>
                    <a:ext uri="{9D8B030D-6E8A-4147-A177-3AD203B41FA5}">
                      <a16:colId xmlns:a16="http://schemas.microsoft.com/office/drawing/2014/main" val="20002"/>
                    </a:ext>
                  </a:extLst>
                </a:gridCol>
              </a:tblGrid>
              <a:tr h="1048453">
                <a:tc>
                  <a:txBody>
                    <a:bodyPr/>
                    <a:lstStyle/>
                    <a:p>
                      <a:pPr marL="0" lvl="0" indent="0" algn="l" rtl="0">
                        <a:spcBef>
                          <a:spcPts val="0"/>
                        </a:spcBef>
                        <a:spcAft>
                          <a:spcPts val="0"/>
                        </a:spcAft>
                        <a:buNone/>
                      </a:pPr>
                      <a:r>
                        <a:rPr lang="en" sz="2400" dirty="0">
                          <a:latin typeface="Times New Roman" panose="02020603050405020304" pitchFamily="18" charset="0"/>
                          <a:ea typeface="Roboto"/>
                          <a:cs typeface="Times New Roman" panose="02020603050405020304" pitchFamily="18" charset="0"/>
                          <a:sym typeface="Roboto"/>
                        </a:rPr>
                        <a:t>1</a:t>
                      </a:r>
                      <a:endParaRPr sz="2400" dirty="0">
                        <a:latin typeface="Times New Roman" panose="02020603050405020304" pitchFamily="18" charset="0"/>
                        <a:ea typeface="Roboto"/>
                        <a:cs typeface="Times New Roman" panose="02020603050405020304" pitchFamily="18" charset="0"/>
                        <a:sym typeface="Roboto"/>
                      </a:endParaRPr>
                    </a:p>
                  </a:txBody>
                  <a:tcPr marL="63500" marR="63500" marT="63500" marB="63500"/>
                </a:tc>
                <a:tc>
                  <a:txBody>
                    <a:bodyPr/>
                    <a:lstStyle/>
                    <a:p>
                      <a:pPr marL="0" lvl="0" indent="0" algn="l" rtl="0">
                        <a:spcBef>
                          <a:spcPts val="0"/>
                        </a:spcBef>
                        <a:spcAft>
                          <a:spcPts val="0"/>
                        </a:spcAft>
                        <a:buNone/>
                      </a:pPr>
                      <a:r>
                        <a:rPr lang="en" sz="2400">
                          <a:latin typeface="Times New Roman" panose="02020603050405020304" pitchFamily="18" charset="0"/>
                          <a:ea typeface="Roboto"/>
                          <a:cs typeface="Times New Roman" panose="02020603050405020304" pitchFamily="18" charset="0"/>
                          <a:sym typeface="Roboto"/>
                        </a:rPr>
                        <a:t>SELECT * FROM WORD_LIST_TABLE</a:t>
                      </a:r>
                      <a:endParaRPr sz="2400">
                        <a:latin typeface="Times New Roman" panose="02020603050405020304" pitchFamily="18" charset="0"/>
                        <a:ea typeface="Roboto"/>
                        <a:cs typeface="Times New Roman" panose="02020603050405020304" pitchFamily="18" charset="0"/>
                        <a:sym typeface="Roboto"/>
                      </a:endParaRPr>
                    </a:p>
                  </a:txBody>
                  <a:tcPr marL="63500" marR="63500" marT="63500" marB="63500"/>
                </a:tc>
                <a:tc>
                  <a:txBody>
                    <a:bodyPr/>
                    <a:lstStyle/>
                    <a:p>
                      <a:pPr marL="0" lvl="0" indent="0" algn="l" rtl="0">
                        <a:spcBef>
                          <a:spcPts val="0"/>
                        </a:spcBef>
                        <a:spcAft>
                          <a:spcPts val="0"/>
                        </a:spcAft>
                        <a:buNone/>
                      </a:pPr>
                      <a:r>
                        <a:rPr lang="en" sz="2400">
                          <a:latin typeface="Times New Roman" panose="02020603050405020304" pitchFamily="18" charset="0"/>
                          <a:ea typeface="Roboto"/>
                          <a:cs typeface="Times New Roman" panose="02020603050405020304" pitchFamily="18" charset="0"/>
                          <a:sym typeface="Roboto"/>
                        </a:rPr>
                        <a:t>Get the whole table</a:t>
                      </a:r>
                      <a:endParaRPr sz="2400">
                        <a:latin typeface="Times New Roman" panose="02020603050405020304" pitchFamily="18" charset="0"/>
                        <a:ea typeface="Roboto"/>
                        <a:cs typeface="Times New Roman" panose="02020603050405020304" pitchFamily="18" charset="0"/>
                        <a:sym typeface="Roboto"/>
                      </a:endParaRPr>
                    </a:p>
                  </a:txBody>
                  <a:tcPr marL="63500" marR="63500" marT="63500" marB="63500"/>
                </a:tc>
                <a:extLst>
                  <a:ext uri="{0D108BD9-81ED-4DB2-BD59-A6C34878D82A}">
                    <a16:rowId xmlns:a16="http://schemas.microsoft.com/office/drawing/2014/main" val="10000"/>
                  </a:ext>
                </a:extLst>
              </a:tr>
              <a:tr h="1701272">
                <a:tc>
                  <a:txBody>
                    <a:bodyPr/>
                    <a:lstStyle/>
                    <a:p>
                      <a:pPr marL="0" lvl="0" indent="0" algn="l" rtl="0">
                        <a:spcBef>
                          <a:spcPts val="0"/>
                        </a:spcBef>
                        <a:spcAft>
                          <a:spcPts val="0"/>
                        </a:spcAft>
                        <a:buNone/>
                      </a:pPr>
                      <a:r>
                        <a:rPr lang="en" sz="2400">
                          <a:latin typeface="Times New Roman" panose="02020603050405020304" pitchFamily="18" charset="0"/>
                          <a:ea typeface="Roboto"/>
                          <a:cs typeface="Times New Roman" panose="02020603050405020304" pitchFamily="18" charset="0"/>
                          <a:sym typeface="Roboto"/>
                        </a:rPr>
                        <a:t>2</a:t>
                      </a:r>
                      <a:endParaRPr sz="2400">
                        <a:latin typeface="Times New Roman" panose="02020603050405020304" pitchFamily="18" charset="0"/>
                        <a:ea typeface="Roboto"/>
                        <a:cs typeface="Times New Roman" panose="02020603050405020304" pitchFamily="18" charset="0"/>
                        <a:sym typeface="Roboto"/>
                      </a:endParaRPr>
                    </a:p>
                  </a:txBody>
                  <a:tcPr marL="63500" marR="63500" marT="63500" marB="63500"/>
                </a:tc>
                <a:tc>
                  <a:txBody>
                    <a:bodyPr/>
                    <a:lstStyle/>
                    <a:p>
                      <a:pPr marL="0" lvl="0" indent="0" algn="l" rtl="0">
                        <a:spcBef>
                          <a:spcPts val="0"/>
                        </a:spcBef>
                        <a:spcAft>
                          <a:spcPts val="0"/>
                        </a:spcAft>
                        <a:buNone/>
                      </a:pPr>
                      <a:r>
                        <a:rPr lang="en" sz="2400">
                          <a:latin typeface="Times New Roman" panose="02020603050405020304" pitchFamily="18" charset="0"/>
                          <a:ea typeface="Roboto"/>
                          <a:cs typeface="Times New Roman" panose="02020603050405020304" pitchFamily="18" charset="0"/>
                          <a:sym typeface="Roboto"/>
                        </a:rPr>
                        <a:t>SELECT word, definition FROM WORD_LIST_TABLE WHERE _id &gt; 2 </a:t>
                      </a:r>
                      <a:endParaRPr sz="2400">
                        <a:latin typeface="Times New Roman" panose="02020603050405020304" pitchFamily="18" charset="0"/>
                        <a:ea typeface="Roboto"/>
                        <a:cs typeface="Times New Roman" panose="02020603050405020304" pitchFamily="18" charset="0"/>
                        <a:sym typeface="Roboto"/>
                      </a:endParaRPr>
                    </a:p>
                  </a:txBody>
                  <a:tcPr marL="63500" marR="63500" marT="63500" marB="63500"/>
                </a:tc>
                <a:tc>
                  <a:txBody>
                    <a:bodyPr/>
                    <a:lstStyle/>
                    <a:p>
                      <a:pPr marL="0" lvl="0" indent="0" algn="l" rtl="0">
                        <a:spcBef>
                          <a:spcPts val="0"/>
                        </a:spcBef>
                        <a:spcAft>
                          <a:spcPts val="0"/>
                        </a:spcAft>
                        <a:buNone/>
                      </a:pPr>
                      <a:r>
                        <a:rPr lang="en" sz="2400" dirty="0">
                          <a:latin typeface="Times New Roman" panose="02020603050405020304" pitchFamily="18" charset="0"/>
                          <a:ea typeface="Roboto"/>
                          <a:cs typeface="Times New Roman" panose="02020603050405020304" pitchFamily="18" charset="0"/>
                          <a:sym typeface="Roboto"/>
                        </a:rPr>
                        <a:t>Returns</a:t>
                      </a:r>
                      <a:endParaRPr sz="2400" dirty="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r>
                        <a:rPr lang="en" sz="2400" dirty="0">
                          <a:latin typeface="Times New Roman" panose="02020603050405020304" pitchFamily="18" charset="0"/>
                          <a:ea typeface="Roboto"/>
                          <a:cs typeface="Times New Roman" panose="02020603050405020304" pitchFamily="18" charset="0"/>
                          <a:sym typeface="Roboto"/>
                        </a:rPr>
                        <a:t>[["alpha", "particle"]]</a:t>
                      </a:r>
                      <a:endParaRPr sz="2400" dirty="0">
                        <a:latin typeface="Times New Roman" panose="02020603050405020304" pitchFamily="18" charset="0"/>
                        <a:ea typeface="Roboto"/>
                        <a:cs typeface="Times New Roman" panose="02020603050405020304" pitchFamily="18" charset="0"/>
                        <a:sym typeface="Roboto"/>
                      </a:endParaRPr>
                    </a:p>
                  </a:txBody>
                  <a:tcPr marL="63500" marR="63500" marT="63500" marB="63500"/>
                </a:tc>
                <a:extLst>
                  <a:ext uri="{0D108BD9-81ED-4DB2-BD59-A6C34878D82A}">
                    <a16:rowId xmlns:a16="http://schemas.microsoft.com/office/drawing/2014/main" val="10001"/>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2"/>
          <p:cNvSpPr txBox="1">
            <a:spLocks noGrp="1"/>
          </p:cNvSpPr>
          <p:nvPr>
            <p:ph type="title"/>
          </p:nvPr>
        </p:nvSpPr>
        <p:spPr>
          <a:xfrm>
            <a:off x="278570" y="402733"/>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More sample queries</a:t>
            </a:r>
            <a:endParaRPr dirty="0"/>
          </a:p>
        </p:txBody>
      </p:sp>
      <p:sp>
        <p:nvSpPr>
          <p:cNvPr id="211" name="Google Shape;211;p3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graphicFrame>
        <p:nvGraphicFramePr>
          <p:cNvPr id="212" name="Google Shape;212;p32"/>
          <p:cNvGraphicFramePr/>
          <p:nvPr>
            <p:extLst>
              <p:ext uri="{D42A27DB-BD31-4B8C-83A1-F6EECF244321}">
                <p14:modId xmlns:p14="http://schemas.microsoft.com/office/powerpoint/2010/main" val="454529407"/>
              </p:ext>
            </p:extLst>
          </p:nvPr>
        </p:nvGraphicFramePr>
        <p:xfrm>
          <a:off x="417442" y="1364974"/>
          <a:ext cx="8617607" cy="3237876"/>
        </p:xfrm>
        <a:graphic>
          <a:graphicData uri="http://schemas.openxmlformats.org/drawingml/2006/table">
            <a:tbl>
              <a:tblPr>
                <a:noFill/>
              </a:tblPr>
              <a:tblGrid>
                <a:gridCol w="441927">
                  <a:extLst>
                    <a:ext uri="{9D8B030D-6E8A-4147-A177-3AD203B41FA5}">
                      <a16:colId xmlns:a16="http://schemas.microsoft.com/office/drawing/2014/main" val="20000"/>
                    </a:ext>
                  </a:extLst>
                </a:gridCol>
                <a:gridCol w="3790821">
                  <a:extLst>
                    <a:ext uri="{9D8B030D-6E8A-4147-A177-3AD203B41FA5}">
                      <a16:colId xmlns:a16="http://schemas.microsoft.com/office/drawing/2014/main" val="20001"/>
                    </a:ext>
                  </a:extLst>
                </a:gridCol>
                <a:gridCol w="4384859">
                  <a:extLst>
                    <a:ext uri="{9D8B030D-6E8A-4147-A177-3AD203B41FA5}">
                      <a16:colId xmlns:a16="http://schemas.microsoft.com/office/drawing/2014/main" val="20002"/>
                    </a:ext>
                  </a:extLst>
                </a:gridCol>
              </a:tblGrid>
              <a:tr h="1618938">
                <a:tc>
                  <a:txBody>
                    <a:bodyPr/>
                    <a:lstStyle/>
                    <a:p>
                      <a:pPr marL="0" lvl="0" indent="0" algn="l" rtl="0">
                        <a:spcBef>
                          <a:spcPts val="0"/>
                        </a:spcBef>
                        <a:spcAft>
                          <a:spcPts val="0"/>
                        </a:spcAft>
                        <a:buNone/>
                      </a:pPr>
                      <a:r>
                        <a:rPr lang="en" sz="2400">
                          <a:latin typeface="Times New Roman" panose="02020603050405020304" pitchFamily="18" charset="0"/>
                          <a:cs typeface="Times New Roman" panose="02020603050405020304" pitchFamily="18" charset="0"/>
                        </a:rPr>
                        <a:t>3</a:t>
                      </a:r>
                      <a:endParaRPr sz="2400">
                        <a:latin typeface="Times New Roman" panose="02020603050405020304" pitchFamily="18" charset="0"/>
                        <a:cs typeface="Times New Roman" panose="02020603050405020304" pitchFamily="18" charset="0"/>
                      </a:endParaRPr>
                    </a:p>
                  </a:txBody>
                  <a:tcPr marL="63500" marR="63500" marT="63500" marB="63500"/>
                </a:tc>
                <a:tc>
                  <a:txBody>
                    <a:bodyPr/>
                    <a:lstStyle/>
                    <a:p>
                      <a:pPr marL="0" lvl="0" indent="0" algn="l" rtl="0">
                        <a:spcBef>
                          <a:spcPts val="0"/>
                        </a:spcBef>
                        <a:spcAft>
                          <a:spcPts val="0"/>
                        </a:spcAft>
                        <a:buNone/>
                      </a:pPr>
                      <a:r>
                        <a:rPr lang="en" sz="2400" dirty="0">
                          <a:latin typeface="Times New Roman" panose="02020603050405020304" pitchFamily="18" charset="0"/>
                          <a:cs typeface="Times New Roman" panose="02020603050405020304" pitchFamily="18" charset="0"/>
                        </a:rPr>
                        <a:t>SELECT _id FROM WORD_LIST_TABLE WHERE word="alpha" AND definition LIKE "%art%"</a:t>
                      </a:r>
                      <a:endParaRPr sz="2400" dirty="0">
                        <a:latin typeface="Times New Roman" panose="02020603050405020304" pitchFamily="18" charset="0"/>
                        <a:cs typeface="Times New Roman" panose="02020603050405020304" pitchFamily="18" charset="0"/>
                      </a:endParaRPr>
                    </a:p>
                  </a:txBody>
                  <a:tcPr marL="63500" marR="63500" marT="63500" marB="63500"/>
                </a:tc>
                <a:tc>
                  <a:txBody>
                    <a:bodyPr/>
                    <a:lstStyle/>
                    <a:p>
                      <a:pPr marL="0" lvl="0" indent="0" algn="l" rtl="0">
                        <a:spcBef>
                          <a:spcPts val="0"/>
                        </a:spcBef>
                        <a:spcAft>
                          <a:spcPts val="0"/>
                        </a:spcAft>
                        <a:buNone/>
                      </a:pPr>
                      <a:r>
                        <a:rPr lang="en" sz="2400">
                          <a:latin typeface="Times New Roman" panose="02020603050405020304" pitchFamily="18" charset="0"/>
                          <a:cs typeface="Times New Roman" panose="02020603050405020304" pitchFamily="18" charset="0"/>
                        </a:rPr>
                        <a:t>Return id of word alpha with substring "art" in definition </a:t>
                      </a:r>
                      <a:endParaRPr sz="240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 sz="2400">
                          <a:latin typeface="Times New Roman" panose="02020603050405020304" pitchFamily="18" charset="0"/>
                          <a:ea typeface="Consolas"/>
                          <a:cs typeface="Times New Roman" panose="02020603050405020304" pitchFamily="18" charset="0"/>
                          <a:sym typeface="Consolas"/>
                        </a:rPr>
                        <a:t>[["3"]]</a:t>
                      </a:r>
                      <a:endParaRPr sz="2400">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0000"/>
                  </a:ext>
                </a:extLst>
              </a:tr>
              <a:tr h="1618938">
                <a:tc>
                  <a:txBody>
                    <a:bodyPr/>
                    <a:lstStyle/>
                    <a:p>
                      <a:pPr marL="0" lvl="0" indent="0" algn="l" rtl="0">
                        <a:spcBef>
                          <a:spcPts val="0"/>
                        </a:spcBef>
                        <a:spcAft>
                          <a:spcPts val="0"/>
                        </a:spcAft>
                        <a:buNone/>
                      </a:pPr>
                      <a:r>
                        <a:rPr lang="en" sz="2400">
                          <a:latin typeface="Times New Roman" panose="02020603050405020304" pitchFamily="18" charset="0"/>
                          <a:cs typeface="Times New Roman" panose="02020603050405020304" pitchFamily="18" charset="0"/>
                        </a:rPr>
                        <a:t>4</a:t>
                      </a:r>
                      <a:endParaRPr sz="2400">
                        <a:latin typeface="Times New Roman" panose="02020603050405020304" pitchFamily="18" charset="0"/>
                        <a:cs typeface="Times New Roman" panose="02020603050405020304" pitchFamily="18" charset="0"/>
                      </a:endParaRPr>
                    </a:p>
                  </a:txBody>
                  <a:tcPr marL="63500" marR="63500" marT="63500" marB="63500"/>
                </a:tc>
                <a:tc>
                  <a:txBody>
                    <a:bodyPr/>
                    <a:lstStyle/>
                    <a:p>
                      <a:pPr marL="0" lvl="0" indent="0" algn="l" rtl="0">
                        <a:spcBef>
                          <a:spcPts val="0"/>
                        </a:spcBef>
                        <a:spcAft>
                          <a:spcPts val="0"/>
                        </a:spcAft>
                        <a:buNone/>
                      </a:pPr>
                      <a:r>
                        <a:rPr lang="en" sz="2400">
                          <a:latin typeface="Times New Roman" panose="02020603050405020304" pitchFamily="18" charset="0"/>
                          <a:cs typeface="Times New Roman" panose="02020603050405020304" pitchFamily="18" charset="0"/>
                        </a:rPr>
                        <a:t>SELECT * FROM WORD_LIST_TABLE ORDER BY word DESC LIMIT 1  </a:t>
                      </a:r>
                      <a:endParaRPr sz="2400">
                        <a:latin typeface="Times New Roman" panose="02020603050405020304" pitchFamily="18" charset="0"/>
                        <a:cs typeface="Times New Roman" panose="02020603050405020304" pitchFamily="18" charset="0"/>
                      </a:endParaRPr>
                    </a:p>
                  </a:txBody>
                  <a:tcPr marL="63500" marR="63500" marT="63500" marB="63500"/>
                </a:tc>
                <a:tc>
                  <a:txBody>
                    <a:bodyPr/>
                    <a:lstStyle/>
                    <a:p>
                      <a:pPr marL="0" lvl="0" indent="0" algn="l" rtl="0">
                        <a:spcBef>
                          <a:spcPts val="0"/>
                        </a:spcBef>
                        <a:spcAft>
                          <a:spcPts val="0"/>
                        </a:spcAft>
                        <a:buNone/>
                      </a:pPr>
                      <a:r>
                        <a:rPr lang="en" sz="2400" dirty="0">
                          <a:latin typeface="Times New Roman" panose="02020603050405020304" pitchFamily="18" charset="0"/>
                          <a:cs typeface="Times New Roman" panose="02020603050405020304" pitchFamily="18" charset="0"/>
                        </a:rPr>
                        <a:t>Sort in reverse and get first item. Sorting is by the first column (_id) </a:t>
                      </a:r>
                      <a:endParaRPr sz="24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 sz="2400" dirty="0">
                          <a:latin typeface="Times New Roman" panose="02020603050405020304" pitchFamily="18" charset="0"/>
                          <a:ea typeface="Consolas"/>
                          <a:cs typeface="Times New Roman" panose="02020603050405020304" pitchFamily="18" charset="0"/>
                          <a:sym typeface="Consolas"/>
                        </a:rPr>
                        <a:t>[["3","alpha","particle"]]</a:t>
                      </a:r>
                      <a:endParaRPr sz="2400" dirty="0">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0001"/>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3"/>
          <p:cNvSpPr txBox="1">
            <a:spLocks noGrp="1"/>
          </p:cNvSpPr>
          <p:nvPr>
            <p:ph type="title"/>
          </p:nvPr>
        </p:nvSpPr>
        <p:spPr>
          <a:xfrm>
            <a:off x="311700" y="37622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Last sample query</a:t>
            </a:r>
            <a:endParaRPr dirty="0"/>
          </a:p>
        </p:txBody>
      </p:sp>
      <p:sp>
        <p:nvSpPr>
          <p:cNvPr id="218" name="Google Shape;218;p3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graphicFrame>
        <p:nvGraphicFramePr>
          <p:cNvPr id="219" name="Google Shape;219;p33"/>
          <p:cNvGraphicFramePr/>
          <p:nvPr>
            <p:extLst>
              <p:ext uri="{D42A27DB-BD31-4B8C-83A1-F6EECF244321}">
                <p14:modId xmlns:p14="http://schemas.microsoft.com/office/powerpoint/2010/main" val="2221708239"/>
              </p:ext>
            </p:extLst>
          </p:nvPr>
        </p:nvGraphicFramePr>
        <p:xfrm>
          <a:off x="152400" y="1600200"/>
          <a:ext cx="8841750" cy="2312700"/>
        </p:xfrm>
        <a:graphic>
          <a:graphicData uri="http://schemas.openxmlformats.org/drawingml/2006/table">
            <a:tbl>
              <a:tblPr>
                <a:noFill/>
              </a:tblPr>
              <a:tblGrid>
                <a:gridCol w="453425">
                  <a:extLst>
                    <a:ext uri="{9D8B030D-6E8A-4147-A177-3AD203B41FA5}">
                      <a16:colId xmlns:a16="http://schemas.microsoft.com/office/drawing/2014/main" val="20000"/>
                    </a:ext>
                  </a:extLst>
                </a:gridCol>
                <a:gridCol w="3123350">
                  <a:extLst>
                    <a:ext uri="{9D8B030D-6E8A-4147-A177-3AD203B41FA5}">
                      <a16:colId xmlns:a16="http://schemas.microsoft.com/office/drawing/2014/main" val="20001"/>
                    </a:ext>
                  </a:extLst>
                </a:gridCol>
                <a:gridCol w="5264975">
                  <a:extLst>
                    <a:ext uri="{9D8B030D-6E8A-4147-A177-3AD203B41FA5}">
                      <a16:colId xmlns:a16="http://schemas.microsoft.com/office/drawing/2014/main" val="20002"/>
                    </a:ext>
                  </a:extLst>
                </a:gridCol>
              </a:tblGrid>
              <a:tr h="2312700">
                <a:tc>
                  <a:txBody>
                    <a:bodyPr/>
                    <a:lstStyle/>
                    <a:p>
                      <a:pPr marL="0" lvl="0" indent="0" algn="l" rtl="0">
                        <a:spcBef>
                          <a:spcPts val="0"/>
                        </a:spcBef>
                        <a:spcAft>
                          <a:spcPts val="0"/>
                        </a:spcAft>
                        <a:buNone/>
                      </a:pPr>
                      <a:r>
                        <a:rPr lang="en" sz="2400">
                          <a:latin typeface="Times New Roman" panose="02020603050405020304" pitchFamily="18" charset="0"/>
                          <a:cs typeface="Times New Roman" panose="02020603050405020304" pitchFamily="18" charset="0"/>
                        </a:rPr>
                        <a:t>5</a:t>
                      </a:r>
                      <a:endParaRPr sz="2400">
                        <a:latin typeface="Times New Roman" panose="02020603050405020304" pitchFamily="18" charset="0"/>
                        <a:cs typeface="Times New Roman" panose="02020603050405020304" pitchFamily="18" charset="0"/>
                      </a:endParaRPr>
                    </a:p>
                  </a:txBody>
                  <a:tcPr marL="63500" marR="63500" marT="63500" marB="63500"/>
                </a:tc>
                <a:tc>
                  <a:txBody>
                    <a:bodyPr/>
                    <a:lstStyle/>
                    <a:p>
                      <a:pPr marL="0" lvl="0" indent="0" algn="l" rtl="0">
                        <a:spcBef>
                          <a:spcPts val="0"/>
                        </a:spcBef>
                        <a:spcAft>
                          <a:spcPts val="0"/>
                        </a:spcAft>
                        <a:buNone/>
                      </a:pPr>
                      <a:r>
                        <a:rPr lang="en" sz="2400" dirty="0">
                          <a:latin typeface="Times New Roman" panose="02020603050405020304" pitchFamily="18" charset="0"/>
                          <a:cs typeface="Times New Roman" panose="02020603050405020304" pitchFamily="18" charset="0"/>
                        </a:rPr>
                        <a:t>SELECT * FROM WORD_LIST_TABLE LIMIT 2,1  </a:t>
                      </a:r>
                      <a:endParaRPr sz="2400" dirty="0">
                        <a:latin typeface="Times New Roman" panose="02020603050405020304" pitchFamily="18" charset="0"/>
                        <a:cs typeface="Times New Roman" panose="02020603050405020304" pitchFamily="18" charset="0"/>
                      </a:endParaRPr>
                    </a:p>
                  </a:txBody>
                  <a:tcPr marL="63500" marR="63500" marT="63500" marB="63500"/>
                </a:tc>
                <a:tc>
                  <a:txBody>
                    <a:bodyPr/>
                    <a:lstStyle/>
                    <a:p>
                      <a:pPr marL="0" lvl="0" indent="0" algn="l" rtl="0">
                        <a:spcBef>
                          <a:spcPts val="0"/>
                        </a:spcBef>
                        <a:spcAft>
                          <a:spcPts val="0"/>
                        </a:spcAft>
                        <a:buNone/>
                      </a:pPr>
                      <a:r>
                        <a:rPr lang="en" sz="2400" dirty="0">
                          <a:latin typeface="Times New Roman" panose="02020603050405020304" pitchFamily="18" charset="0"/>
                          <a:cs typeface="Times New Roman" panose="02020603050405020304" pitchFamily="18" charset="0"/>
                        </a:rPr>
                        <a:t>Returns 1 item starting at position 2. Position counting starts at 1 (not zero!). </a:t>
                      </a:r>
                      <a:endParaRPr sz="24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 sz="2400" dirty="0">
                          <a:latin typeface="Times New Roman" panose="02020603050405020304" pitchFamily="18" charset="0"/>
                          <a:cs typeface="Times New Roman" panose="02020603050405020304" pitchFamily="18" charset="0"/>
                        </a:rPr>
                        <a:t>Returns </a:t>
                      </a:r>
                      <a:endParaRPr sz="24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 sz="2400" dirty="0">
                          <a:latin typeface="Times New Roman" panose="02020603050405020304" pitchFamily="18" charset="0"/>
                          <a:ea typeface="Consolas"/>
                          <a:cs typeface="Times New Roman" panose="02020603050405020304" pitchFamily="18" charset="0"/>
                          <a:sym typeface="Consolas"/>
                        </a:rPr>
                        <a:t>[["2","beta","second letter"]]</a:t>
                      </a:r>
                      <a:endParaRPr sz="2400" dirty="0">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4"/>
          <p:cNvSpPr txBox="1">
            <a:spLocks noGrp="1"/>
          </p:cNvSpPr>
          <p:nvPr>
            <p:ph type="title"/>
          </p:nvPr>
        </p:nvSpPr>
        <p:spPr>
          <a:xfrm>
            <a:off x="311700" y="422611"/>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rawQuery() </a:t>
            </a:r>
            <a:endParaRPr/>
          </a:p>
        </p:txBody>
      </p:sp>
      <p:sp>
        <p:nvSpPr>
          <p:cNvPr id="225" name="Google Shape;225;p3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
        <p:nvSpPr>
          <p:cNvPr id="226" name="Google Shape;226;p34"/>
          <p:cNvSpPr txBox="1"/>
          <p:nvPr/>
        </p:nvSpPr>
        <p:spPr>
          <a:xfrm>
            <a:off x="384312" y="1285460"/>
            <a:ext cx="8681187" cy="317018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400" dirty="0">
                <a:solidFill>
                  <a:schemeClr val="dk1"/>
                </a:solidFill>
                <a:latin typeface="Times New Roman" panose="02020603050405020304" pitchFamily="18" charset="0"/>
                <a:ea typeface="Consolas"/>
                <a:cs typeface="Times New Roman" panose="02020603050405020304" pitchFamily="18" charset="0"/>
                <a:sym typeface="Consolas"/>
              </a:rPr>
              <a:t>String query = "SELECT * FROM WORD_LIST_TABLE";</a:t>
            </a:r>
            <a:endParaRPr sz="2400" dirty="0">
              <a:solidFill>
                <a:schemeClr val="dk1"/>
              </a:solidFill>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r>
              <a:rPr lang="en" sz="2400" dirty="0">
                <a:solidFill>
                  <a:schemeClr val="dk1"/>
                </a:solidFill>
                <a:latin typeface="Times New Roman" panose="02020603050405020304" pitchFamily="18" charset="0"/>
                <a:ea typeface="Consolas"/>
                <a:cs typeface="Times New Roman" panose="02020603050405020304" pitchFamily="18" charset="0"/>
                <a:sym typeface="Consolas"/>
              </a:rPr>
              <a:t>rawQuery(query, null);</a:t>
            </a:r>
            <a:endParaRPr sz="2400" dirty="0">
              <a:solidFill>
                <a:schemeClr val="dk1"/>
              </a:solidFill>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endParaRPr sz="2400" dirty="0">
              <a:solidFill>
                <a:schemeClr val="dk1"/>
              </a:solidFill>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r>
              <a:rPr lang="en" sz="2400" dirty="0">
                <a:solidFill>
                  <a:schemeClr val="dk1"/>
                </a:solidFill>
                <a:latin typeface="Times New Roman" panose="02020603050405020304" pitchFamily="18" charset="0"/>
                <a:ea typeface="Consolas"/>
                <a:cs typeface="Times New Roman" panose="02020603050405020304" pitchFamily="18" charset="0"/>
                <a:sym typeface="Consolas"/>
              </a:rPr>
              <a:t>query = "SELECT word, definition FROM WORD_LIST_TABLE WHERE _id&gt; ? ";</a:t>
            </a:r>
            <a:endParaRPr sz="2400" dirty="0">
              <a:solidFill>
                <a:schemeClr val="dk1"/>
              </a:solidFill>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endParaRPr sz="2400" dirty="0">
              <a:solidFill>
                <a:schemeClr val="dk1"/>
              </a:solidFill>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r>
              <a:rPr lang="en" sz="2400" dirty="0">
                <a:solidFill>
                  <a:schemeClr val="dk1"/>
                </a:solidFill>
                <a:latin typeface="Times New Roman" panose="02020603050405020304" pitchFamily="18" charset="0"/>
                <a:ea typeface="Consolas"/>
                <a:cs typeface="Times New Roman" panose="02020603050405020304" pitchFamily="18" charset="0"/>
                <a:sym typeface="Consolas"/>
              </a:rPr>
              <a:t>String[] selectionArgs = new String[]{"2"}</a:t>
            </a:r>
            <a:endParaRPr sz="2400" dirty="0">
              <a:solidFill>
                <a:schemeClr val="dk1"/>
              </a:solidFill>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r>
              <a:rPr lang="en" sz="2400" dirty="0">
                <a:solidFill>
                  <a:schemeClr val="dk1"/>
                </a:solidFill>
                <a:latin typeface="Times New Roman" panose="02020603050405020304" pitchFamily="18" charset="0"/>
                <a:ea typeface="Consolas"/>
                <a:cs typeface="Times New Roman" panose="02020603050405020304" pitchFamily="18" charset="0"/>
                <a:sym typeface="Consolas"/>
              </a:rPr>
              <a:t>rawQuery(query, selectionArgs);</a:t>
            </a:r>
            <a:endParaRPr sz="2400" dirty="0">
              <a:solidFill>
                <a:schemeClr val="dk1"/>
              </a:solidFill>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endParaRPr sz="1100" dirty="0">
              <a:solidFill>
                <a:schemeClr val="dk1"/>
              </a:solidFill>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Clr>
                <a:schemeClr val="dk1"/>
              </a:buClr>
              <a:buSzPts val="1100"/>
              <a:buFont typeface="Arial"/>
              <a:buNone/>
            </a:pPr>
            <a:endParaRPr sz="1100" dirty="0">
              <a:solidFill>
                <a:schemeClr val="dk1"/>
              </a:solidFill>
              <a:latin typeface="Times New Roman" panose="02020603050405020304" pitchFamily="18" charset="0"/>
              <a:ea typeface="Consolas"/>
              <a:cs typeface="Times New Roman" panose="02020603050405020304" pitchFamily="18" charset="0"/>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5"/>
          <p:cNvSpPr txBox="1">
            <a:spLocks noGrp="1"/>
          </p:cNvSpPr>
          <p:nvPr>
            <p:ph type="title"/>
          </p:nvPr>
        </p:nvSpPr>
        <p:spPr>
          <a:xfrm>
            <a:off x="291822" y="379542"/>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query() </a:t>
            </a:r>
            <a:endParaRPr dirty="0"/>
          </a:p>
        </p:txBody>
      </p:sp>
      <p:sp>
        <p:nvSpPr>
          <p:cNvPr id="232" name="Google Shape;232;p35"/>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graphicFrame>
        <p:nvGraphicFramePr>
          <p:cNvPr id="233" name="Google Shape;233;p35"/>
          <p:cNvGraphicFramePr/>
          <p:nvPr>
            <p:extLst>
              <p:ext uri="{D42A27DB-BD31-4B8C-83A1-F6EECF244321}">
                <p14:modId xmlns:p14="http://schemas.microsoft.com/office/powerpoint/2010/main" val="1897477939"/>
              </p:ext>
            </p:extLst>
          </p:nvPr>
        </p:nvGraphicFramePr>
        <p:xfrm>
          <a:off x="477078" y="1380179"/>
          <a:ext cx="8447670" cy="3144520"/>
        </p:xfrm>
        <a:graphic>
          <a:graphicData uri="http://schemas.openxmlformats.org/drawingml/2006/table">
            <a:tbl>
              <a:tblPr>
                <a:noFill/>
              </a:tblPr>
              <a:tblGrid>
                <a:gridCol w="2788811">
                  <a:extLst>
                    <a:ext uri="{9D8B030D-6E8A-4147-A177-3AD203B41FA5}">
                      <a16:colId xmlns:a16="http://schemas.microsoft.com/office/drawing/2014/main" val="20000"/>
                    </a:ext>
                  </a:extLst>
                </a:gridCol>
                <a:gridCol w="5658859">
                  <a:extLst>
                    <a:ext uri="{9D8B030D-6E8A-4147-A177-3AD203B41FA5}">
                      <a16:colId xmlns:a16="http://schemas.microsoft.com/office/drawing/2014/main" val="20001"/>
                    </a:ext>
                  </a:extLst>
                </a:gridCol>
              </a:tblGrid>
              <a:tr h="2722404">
                <a:tc>
                  <a:txBody>
                    <a:bodyPr/>
                    <a:lstStyle/>
                    <a:p>
                      <a:pPr marL="0" lvl="0" indent="0" algn="l" rtl="0">
                        <a:spcBef>
                          <a:spcPts val="0"/>
                        </a:spcBef>
                        <a:spcAft>
                          <a:spcPts val="0"/>
                        </a:spcAft>
                        <a:buNone/>
                      </a:pPr>
                      <a:r>
                        <a:rPr lang="en" sz="1800" dirty="0">
                          <a:latin typeface="Times New Roman" panose="02020603050405020304" pitchFamily="18" charset="0"/>
                          <a:ea typeface="Consolas"/>
                          <a:cs typeface="Times New Roman" panose="02020603050405020304" pitchFamily="18" charset="0"/>
                          <a:sym typeface="Consolas"/>
                        </a:rPr>
                        <a:t>SELECT * FROM WORD_LIST_TABLE</a:t>
                      </a:r>
                      <a:endParaRPr sz="1800" dirty="0">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r>
                        <a:rPr lang="en" sz="1800" dirty="0">
                          <a:latin typeface="Times New Roman" panose="02020603050405020304" pitchFamily="18" charset="0"/>
                          <a:ea typeface="Consolas"/>
                          <a:cs typeface="Times New Roman" panose="02020603050405020304" pitchFamily="18" charset="0"/>
                          <a:sym typeface="Consolas"/>
                        </a:rPr>
                        <a:t>WHERE word="alpha"</a:t>
                      </a:r>
                      <a:endParaRPr sz="1800" dirty="0">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r>
                        <a:rPr lang="en" sz="1800" dirty="0">
                          <a:latin typeface="Times New Roman" panose="02020603050405020304" pitchFamily="18" charset="0"/>
                          <a:ea typeface="Consolas"/>
                          <a:cs typeface="Times New Roman" panose="02020603050405020304" pitchFamily="18" charset="0"/>
                          <a:sym typeface="Consolas"/>
                        </a:rPr>
                        <a:t>ORDER BY word ASC</a:t>
                      </a:r>
                      <a:endParaRPr sz="1800" dirty="0">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r>
                        <a:rPr lang="en" sz="1800" dirty="0">
                          <a:latin typeface="Times New Roman" panose="02020603050405020304" pitchFamily="18" charset="0"/>
                          <a:ea typeface="Consolas"/>
                          <a:cs typeface="Times New Roman" panose="02020603050405020304" pitchFamily="18" charset="0"/>
                          <a:sym typeface="Consolas"/>
                        </a:rPr>
                        <a:t>LIMIT 2,1;</a:t>
                      </a:r>
                      <a:endParaRPr sz="1800" dirty="0">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endParaRPr sz="1800" dirty="0">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r>
                        <a:rPr lang="en" sz="1800" dirty="0">
                          <a:latin typeface="Times New Roman" panose="02020603050405020304" pitchFamily="18" charset="0"/>
                          <a:ea typeface="Roboto"/>
                          <a:cs typeface="Times New Roman" panose="02020603050405020304" pitchFamily="18" charset="0"/>
                          <a:sym typeface="Roboto"/>
                        </a:rPr>
                        <a:t>Returns</a:t>
                      </a:r>
                      <a:r>
                        <a:rPr lang="en" sz="1800" dirty="0">
                          <a:latin typeface="Times New Roman" panose="02020603050405020304" pitchFamily="18" charset="0"/>
                          <a:ea typeface="Consolas"/>
                          <a:cs typeface="Times New Roman" panose="02020603050405020304" pitchFamily="18" charset="0"/>
                          <a:sym typeface="Consolas"/>
                        </a:rPr>
                        <a:t>:</a:t>
                      </a:r>
                      <a:endParaRPr sz="1800" dirty="0">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endParaRPr sz="1800" dirty="0">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r>
                        <a:rPr lang="en" sz="1800" dirty="0">
                          <a:latin typeface="Times New Roman" panose="02020603050405020304" pitchFamily="18" charset="0"/>
                          <a:ea typeface="Consolas"/>
                          <a:cs typeface="Times New Roman" panose="02020603050405020304" pitchFamily="18" charset="0"/>
                          <a:sym typeface="Consolas"/>
                        </a:rPr>
                        <a:t>[["alpha", "particle"]]</a:t>
                      </a:r>
                      <a:endParaRPr sz="1800" dirty="0">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endParaRPr sz="11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sz="11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sz="1100" dirty="0">
                        <a:latin typeface="Times New Roman" panose="02020603050405020304" pitchFamily="18" charset="0"/>
                        <a:cs typeface="Times New Roman" panose="02020603050405020304" pitchFamily="18" charset="0"/>
                      </a:endParaRPr>
                    </a:p>
                  </a:txBody>
                  <a:tcPr marL="63500" marR="63500" marT="63500" marB="63500"/>
                </a:tc>
                <a:tc>
                  <a:txBody>
                    <a:bodyPr/>
                    <a:lstStyle/>
                    <a:p>
                      <a:pPr marL="0" lvl="0" indent="0" algn="l" rtl="0">
                        <a:spcBef>
                          <a:spcPts val="0"/>
                        </a:spcBef>
                        <a:spcAft>
                          <a:spcPts val="0"/>
                        </a:spcAft>
                        <a:buNone/>
                      </a:pPr>
                      <a:r>
                        <a:rPr lang="en" sz="1800" dirty="0">
                          <a:latin typeface="Times New Roman" panose="02020603050405020304" pitchFamily="18" charset="0"/>
                          <a:ea typeface="Consolas"/>
                          <a:cs typeface="Times New Roman" panose="02020603050405020304" pitchFamily="18" charset="0"/>
                          <a:sym typeface="Consolas"/>
                        </a:rPr>
                        <a:t>String table = "WORD_LIST_TABLE"</a:t>
                      </a:r>
                      <a:endParaRPr sz="1800" dirty="0">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r>
                        <a:rPr lang="en" sz="1800" dirty="0">
                          <a:latin typeface="Times New Roman" panose="02020603050405020304" pitchFamily="18" charset="0"/>
                          <a:ea typeface="Consolas"/>
                          <a:cs typeface="Times New Roman" panose="02020603050405020304" pitchFamily="18" charset="0"/>
                          <a:sym typeface="Consolas"/>
                        </a:rPr>
                        <a:t>String[] columns = new String[]{"*"};</a:t>
                      </a:r>
                      <a:endParaRPr sz="1800" dirty="0">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r>
                        <a:rPr lang="en" sz="1800" dirty="0">
                          <a:latin typeface="Times New Roman" panose="02020603050405020304" pitchFamily="18" charset="0"/>
                          <a:ea typeface="Consolas"/>
                          <a:cs typeface="Times New Roman" panose="02020603050405020304" pitchFamily="18" charset="0"/>
                          <a:sym typeface="Consolas"/>
                        </a:rPr>
                        <a:t>String selection = "word = ?"</a:t>
                      </a:r>
                      <a:endParaRPr sz="1800" dirty="0">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r>
                        <a:rPr lang="en" sz="1800" dirty="0">
                          <a:latin typeface="Times New Roman" panose="02020603050405020304" pitchFamily="18" charset="0"/>
                          <a:ea typeface="Consolas"/>
                          <a:cs typeface="Times New Roman" panose="02020603050405020304" pitchFamily="18" charset="0"/>
                          <a:sym typeface="Consolas"/>
                        </a:rPr>
                        <a:t>String[] selectionArgs = new String[]{"alpha"};</a:t>
                      </a:r>
                      <a:endParaRPr sz="1800" dirty="0">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r>
                        <a:rPr lang="en" sz="1800" dirty="0">
                          <a:latin typeface="Times New Roman" panose="02020603050405020304" pitchFamily="18" charset="0"/>
                          <a:ea typeface="Consolas"/>
                          <a:cs typeface="Times New Roman" panose="02020603050405020304" pitchFamily="18" charset="0"/>
                          <a:sym typeface="Consolas"/>
                        </a:rPr>
                        <a:t>String groupBy = null;</a:t>
                      </a:r>
                      <a:endParaRPr sz="1800" dirty="0">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r>
                        <a:rPr lang="en" sz="1800" dirty="0">
                          <a:latin typeface="Times New Roman" panose="02020603050405020304" pitchFamily="18" charset="0"/>
                          <a:ea typeface="Consolas"/>
                          <a:cs typeface="Times New Roman" panose="02020603050405020304" pitchFamily="18" charset="0"/>
                          <a:sym typeface="Consolas"/>
                        </a:rPr>
                        <a:t>String having = null;</a:t>
                      </a:r>
                      <a:endParaRPr sz="1800" dirty="0">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r>
                        <a:rPr lang="en" sz="1800" dirty="0">
                          <a:latin typeface="Times New Roman" panose="02020603050405020304" pitchFamily="18" charset="0"/>
                          <a:ea typeface="Consolas"/>
                          <a:cs typeface="Times New Roman" panose="02020603050405020304" pitchFamily="18" charset="0"/>
                          <a:sym typeface="Consolas"/>
                        </a:rPr>
                        <a:t>String orderBy = "word ASC"</a:t>
                      </a:r>
                      <a:endParaRPr sz="1800" dirty="0">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r>
                        <a:rPr lang="en" sz="1800" dirty="0">
                          <a:latin typeface="Times New Roman" panose="02020603050405020304" pitchFamily="18" charset="0"/>
                          <a:ea typeface="Consolas"/>
                          <a:cs typeface="Times New Roman" panose="02020603050405020304" pitchFamily="18" charset="0"/>
                          <a:sym typeface="Consolas"/>
                        </a:rPr>
                        <a:t>String limit = "2,1"</a:t>
                      </a:r>
                      <a:endParaRPr sz="1800" dirty="0">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endParaRPr sz="1800" dirty="0">
                        <a:latin typeface="Times New Roman" panose="02020603050405020304" pitchFamily="18" charset="0"/>
                        <a:ea typeface="Consolas"/>
                        <a:cs typeface="Times New Roman" panose="02020603050405020304" pitchFamily="18" charset="0"/>
                        <a:sym typeface="Consolas"/>
                      </a:endParaRPr>
                    </a:p>
                    <a:p>
                      <a:pPr marL="0" lvl="0" indent="0" algn="l" rtl="0">
                        <a:spcBef>
                          <a:spcPts val="0"/>
                        </a:spcBef>
                        <a:spcAft>
                          <a:spcPts val="0"/>
                        </a:spcAft>
                        <a:buNone/>
                      </a:pPr>
                      <a:r>
                        <a:rPr lang="en" sz="1800" dirty="0">
                          <a:latin typeface="Times New Roman" panose="02020603050405020304" pitchFamily="18" charset="0"/>
                          <a:ea typeface="Consolas"/>
                          <a:cs typeface="Times New Roman" panose="02020603050405020304" pitchFamily="18" charset="0"/>
                          <a:sym typeface="Consolas"/>
                        </a:rPr>
                        <a:t>query(table, columns, selection, selectionArgs, groupBy, having, orderBy, limit);</a:t>
                      </a:r>
                      <a:endParaRPr sz="1800" dirty="0">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6"/>
          <p:cNvSpPr txBox="1">
            <a:spLocks noGrp="1"/>
          </p:cNvSpPr>
          <p:nvPr>
            <p:ph type="title"/>
          </p:nvPr>
        </p:nvSpPr>
        <p:spPr>
          <a:xfrm>
            <a:off x="318326" y="402733"/>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Cursors </a:t>
            </a:r>
            <a:endParaRPr dirty="0"/>
          </a:p>
        </p:txBody>
      </p:sp>
      <p:sp>
        <p:nvSpPr>
          <p:cNvPr id="239" name="Google Shape;239;p36"/>
          <p:cNvSpPr txBox="1">
            <a:spLocks noGrp="1"/>
          </p:cNvSpPr>
          <p:nvPr>
            <p:ph type="body" idx="1"/>
          </p:nvPr>
        </p:nvSpPr>
        <p:spPr>
          <a:xfrm>
            <a:off x="311700" y="1076275"/>
            <a:ext cx="8520600" cy="3416400"/>
          </a:xfrm>
          <a:prstGeom prst="rect">
            <a:avLst/>
          </a:prstGeom>
          <a:ln>
            <a:noFill/>
          </a:ln>
        </p:spPr>
        <p:txBody>
          <a:bodyPr spcFirstLastPara="1" wrap="square" lIns="91425" tIns="91425" rIns="91425" bIns="91425" anchor="t" anchorCtr="0">
            <a:noAutofit/>
          </a:bodyPr>
          <a:lstStyle/>
          <a:p>
            <a:pPr marL="0" lvl="0" indent="0" algn="l" rtl="0">
              <a:spcBef>
                <a:spcPts val="500"/>
              </a:spcBef>
              <a:spcAft>
                <a:spcPts val="0"/>
              </a:spcAft>
              <a:buClr>
                <a:schemeClr val="dk1"/>
              </a:buClr>
              <a:buSzPts val="1100"/>
              <a:buFont typeface="Arial"/>
              <a:buNone/>
            </a:pPr>
            <a:endParaRPr sz="1400" b="1">
              <a:solidFill>
                <a:schemeClr val="dk1"/>
              </a:solidFill>
              <a:latin typeface="Arial"/>
              <a:ea typeface="Arial"/>
              <a:cs typeface="Arial"/>
              <a:sym typeface="Arial"/>
            </a:endParaRPr>
          </a:p>
          <a:p>
            <a:pPr marL="0" lvl="0" indent="0" algn="l" rtl="0">
              <a:spcBef>
                <a:spcPts val="500"/>
              </a:spcBef>
              <a:spcAft>
                <a:spcPts val="200"/>
              </a:spcAft>
              <a:buClr>
                <a:schemeClr val="dk1"/>
              </a:buClr>
              <a:buSzPts val="1100"/>
              <a:buFont typeface="Arial"/>
              <a:buNone/>
            </a:pPr>
            <a:endParaRPr>
              <a:solidFill>
                <a:schemeClr val="dk1"/>
              </a:solidFill>
              <a:latin typeface="Arial"/>
              <a:ea typeface="Arial"/>
              <a:cs typeface="Arial"/>
              <a:sym typeface="Arial"/>
            </a:endParaRPr>
          </a:p>
        </p:txBody>
      </p:sp>
      <p:sp>
        <p:nvSpPr>
          <p:cNvPr id="240" name="Google Shape;240;p36"/>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241" name="Google Shape;241;p36"/>
          <p:cNvSpPr txBox="1">
            <a:spLocks noGrp="1"/>
          </p:cNvSpPr>
          <p:nvPr>
            <p:ph type="body" idx="4294967295"/>
          </p:nvPr>
        </p:nvSpPr>
        <p:spPr>
          <a:xfrm>
            <a:off x="443948" y="1076325"/>
            <a:ext cx="8077752" cy="3416300"/>
          </a:xfrm>
          <a:prstGeom prst="rect">
            <a:avLst/>
          </a:prstGeom>
          <a:ln>
            <a:noFill/>
          </a:ln>
        </p:spPr>
        <p:txBody>
          <a:bodyPr spcFirstLastPara="1" wrap="square" lIns="91425" tIns="91425" rIns="91425" bIns="91425" anchor="t" anchorCtr="0">
            <a:noAutofit/>
          </a:bodyPr>
          <a:lstStyle/>
          <a:p>
            <a:pPr marL="0" lvl="0" indent="0" algn="l" rtl="0">
              <a:spcBef>
                <a:spcPts val="1000"/>
              </a:spcBef>
              <a:spcAft>
                <a:spcPts val="0"/>
              </a:spcAft>
              <a:buClr>
                <a:schemeClr val="dk1"/>
              </a:buClr>
              <a:buSzPts val="1100"/>
              <a:buFont typeface="Arial"/>
              <a:buNone/>
            </a:pPr>
            <a:r>
              <a:rPr lang="en" b="0" dirty="0"/>
              <a:t>Queries always return a Cursor object</a:t>
            </a:r>
            <a:endParaRPr b="0" dirty="0"/>
          </a:p>
          <a:p>
            <a:pPr marL="0" lvl="0" indent="0" algn="l" rtl="0">
              <a:spcBef>
                <a:spcPts val="1000"/>
              </a:spcBef>
              <a:spcAft>
                <a:spcPts val="0"/>
              </a:spcAft>
              <a:buClr>
                <a:schemeClr val="dk1"/>
              </a:buClr>
              <a:buSzPts val="1100"/>
              <a:buFont typeface="Arial"/>
              <a:buNone/>
            </a:pPr>
            <a:r>
              <a:rPr lang="en" b="0" u="sng" dirty="0">
                <a:solidFill>
                  <a:schemeClr val="hlink"/>
                </a:solidFill>
                <a:hlinkClick r:id="rId3"/>
              </a:rPr>
              <a:t>Cursor</a:t>
            </a:r>
            <a:r>
              <a:rPr lang="en" b="0" dirty="0"/>
              <a:t> is an object interface that provides random read-write access to the result set returned by a database query</a:t>
            </a:r>
            <a:endParaRPr b="0" dirty="0"/>
          </a:p>
          <a:p>
            <a:pPr marL="0" lvl="0" indent="0" algn="l" rtl="0">
              <a:spcBef>
                <a:spcPts val="1000"/>
              </a:spcBef>
              <a:spcAft>
                <a:spcPts val="0"/>
              </a:spcAft>
              <a:buClr>
                <a:schemeClr val="dk1"/>
              </a:buClr>
              <a:buSzPts val="1100"/>
              <a:buFont typeface="Arial"/>
              <a:buNone/>
            </a:pPr>
            <a:r>
              <a:rPr lang="en" b="0" dirty="0"/>
              <a:t>⇒ Think of it as a pointer to table rows</a:t>
            </a:r>
            <a:endParaRPr b="0" dirty="0"/>
          </a:p>
          <a:p>
            <a:pPr marL="0" lvl="0" indent="0" algn="l" rtl="0">
              <a:spcBef>
                <a:spcPts val="1000"/>
              </a:spcBef>
              <a:spcAft>
                <a:spcPts val="0"/>
              </a:spcAft>
              <a:buClr>
                <a:schemeClr val="dk1"/>
              </a:buClr>
              <a:buSzPts val="1100"/>
              <a:buFont typeface="Arial"/>
              <a:buNone/>
            </a:pPr>
            <a:endParaRPr b="0" dirty="0"/>
          </a:p>
          <a:p>
            <a:pPr marL="0" lvl="0" indent="0" algn="l" rtl="0">
              <a:spcBef>
                <a:spcPts val="1000"/>
              </a:spcBef>
              <a:spcAft>
                <a:spcPts val="0"/>
              </a:spcAft>
              <a:buClr>
                <a:schemeClr val="dk1"/>
              </a:buClr>
              <a:buSzPts val="1100"/>
              <a:buFont typeface="Arial"/>
              <a:buNone/>
            </a:pPr>
            <a:endParaRPr b="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7FFCA-90A4-4610-B9D0-E39A1036B64E}"/>
              </a:ext>
            </a:extLst>
          </p:cNvPr>
          <p:cNvSpPr>
            <a:spLocks noGrp="1"/>
          </p:cNvSpPr>
          <p:nvPr>
            <p:ph type="title"/>
          </p:nvPr>
        </p:nvSpPr>
        <p:spPr/>
        <p:txBody>
          <a:bodyPr/>
          <a:lstStyle/>
          <a:p>
            <a:r>
              <a:rPr lang="en-US" dirty="0"/>
              <a:t>Using </a:t>
            </a:r>
            <a:r>
              <a:rPr lang="en-US" dirty="0" err="1"/>
              <a:t>sqlite</a:t>
            </a:r>
            <a:endParaRPr lang="en-US" dirty="0"/>
          </a:p>
        </p:txBody>
      </p:sp>
      <p:sp>
        <p:nvSpPr>
          <p:cNvPr id="3" name="Text Placeholder 2">
            <a:extLst>
              <a:ext uri="{FF2B5EF4-FFF2-40B4-BE49-F238E27FC236}">
                <a16:creationId xmlns:a16="http://schemas.microsoft.com/office/drawing/2014/main" id="{F530A3C6-3459-4832-8B68-33BD70C54676}"/>
              </a:ext>
            </a:extLst>
          </p:cNvPr>
          <p:cNvSpPr>
            <a:spLocks noGrp="1"/>
          </p:cNvSpPr>
          <p:nvPr>
            <p:ph type="body" idx="1"/>
          </p:nvPr>
        </p:nvSpPr>
        <p:spPr>
          <a:xfrm>
            <a:off x="443948" y="1106558"/>
            <a:ext cx="8037443" cy="3054626"/>
          </a:xfrm>
        </p:spPr>
        <p:txBody>
          <a:bodyPr/>
          <a:lstStyle/>
          <a:p>
            <a:pPr>
              <a:spcBef>
                <a:spcPts val="600"/>
              </a:spcBef>
            </a:pPr>
            <a:r>
              <a:rPr lang="en-US" sz="1800" b="0" dirty="0" err="1"/>
              <a:t>SQLiteDatabase</a:t>
            </a:r>
            <a:r>
              <a:rPr lang="en-US" sz="1800" b="0" dirty="0"/>
              <a:t> </a:t>
            </a:r>
            <a:r>
              <a:rPr lang="en-US" sz="1800" b="0" dirty="0" err="1"/>
              <a:t>db</a:t>
            </a:r>
            <a:r>
              <a:rPr lang="en-US" sz="1800" b="0" dirty="0"/>
              <a:t> = </a:t>
            </a:r>
            <a:r>
              <a:rPr lang="en-US" sz="1800" b="0" dirty="0" err="1"/>
              <a:t>openOrCreateDatabase</a:t>
            </a:r>
            <a:r>
              <a:rPr lang="en-US" sz="1800" b="0" dirty="0"/>
              <a:t>( "name", MODE_PRIVATE, null); </a:t>
            </a:r>
            <a:r>
              <a:rPr lang="en-US" sz="1800" b="0" dirty="0" err="1"/>
              <a:t>db.execSQL</a:t>
            </a:r>
            <a:r>
              <a:rPr lang="en-US" sz="1800" b="0" dirty="0"/>
              <a:t>("SQL query");</a:t>
            </a:r>
          </a:p>
          <a:p>
            <a:pPr>
              <a:spcBef>
                <a:spcPts val="600"/>
              </a:spcBef>
            </a:pPr>
            <a:r>
              <a:rPr lang="en-US" sz="1800" b="0" dirty="0"/>
              <a:t>Methods: </a:t>
            </a:r>
          </a:p>
          <a:p>
            <a:pPr lvl="1">
              <a:spcBef>
                <a:spcPts val="600"/>
              </a:spcBef>
            </a:pPr>
            <a:r>
              <a:rPr lang="en-US" sz="1800" dirty="0"/>
              <a:t>– </a:t>
            </a:r>
            <a:r>
              <a:rPr lang="en-US" sz="1800" dirty="0" err="1"/>
              <a:t>db.beginTransaction</a:t>
            </a:r>
            <a:r>
              <a:rPr lang="en-US" sz="1800" dirty="0"/>
              <a:t>(), </a:t>
            </a:r>
            <a:r>
              <a:rPr lang="en-US" sz="1800" dirty="0" err="1"/>
              <a:t>db.endTransaction</a:t>
            </a:r>
            <a:r>
              <a:rPr lang="en-US" sz="1800" dirty="0"/>
              <a:t>() </a:t>
            </a:r>
          </a:p>
          <a:p>
            <a:pPr lvl="1">
              <a:spcBef>
                <a:spcPts val="600"/>
              </a:spcBef>
            </a:pPr>
            <a:r>
              <a:rPr lang="en-US" sz="1800" dirty="0"/>
              <a:t>– </a:t>
            </a:r>
            <a:r>
              <a:rPr lang="en-US" sz="1800" dirty="0" err="1"/>
              <a:t>db.delete</a:t>
            </a:r>
            <a:r>
              <a:rPr lang="en-US" sz="1800" dirty="0"/>
              <a:t>("table", "</a:t>
            </a:r>
            <a:r>
              <a:rPr lang="en-US" sz="1800" dirty="0" err="1"/>
              <a:t>whereClause</a:t>
            </a:r>
            <a:r>
              <a:rPr lang="en-US" sz="1800" dirty="0"/>
              <a:t>" , </a:t>
            </a:r>
            <a:r>
              <a:rPr lang="en-US" sz="1800" dirty="0" err="1"/>
              <a:t>args</a:t>
            </a:r>
            <a:r>
              <a:rPr lang="en-US" sz="1800" dirty="0"/>
              <a:t>) </a:t>
            </a:r>
          </a:p>
          <a:p>
            <a:pPr lvl="1">
              <a:spcBef>
                <a:spcPts val="600"/>
              </a:spcBef>
            </a:pPr>
            <a:r>
              <a:rPr lang="en-US" sz="1800" dirty="0"/>
              <a:t>– </a:t>
            </a:r>
            <a:r>
              <a:rPr lang="en-US" sz="1800" dirty="0" err="1"/>
              <a:t>db.deleteDatabase</a:t>
            </a:r>
            <a:r>
              <a:rPr lang="en-US" sz="1800" dirty="0"/>
              <a:t>(file) </a:t>
            </a:r>
          </a:p>
          <a:p>
            <a:pPr lvl="1">
              <a:spcBef>
                <a:spcPts val="600"/>
              </a:spcBef>
            </a:pPr>
            <a:r>
              <a:rPr lang="en-US" sz="1800" dirty="0"/>
              <a:t>– </a:t>
            </a:r>
            <a:r>
              <a:rPr lang="en-US" sz="1800" dirty="0" err="1"/>
              <a:t>db.insert</a:t>
            </a:r>
            <a:r>
              <a:rPr lang="en-US" sz="1800" dirty="0"/>
              <a:t>("table", null, values) </a:t>
            </a:r>
          </a:p>
          <a:p>
            <a:pPr lvl="1">
              <a:spcBef>
                <a:spcPts val="600"/>
              </a:spcBef>
            </a:pPr>
            <a:r>
              <a:rPr lang="en-US" sz="1800" dirty="0"/>
              <a:t>– </a:t>
            </a:r>
            <a:r>
              <a:rPr lang="en-US" sz="1800" dirty="0" err="1"/>
              <a:t>db.query</a:t>
            </a:r>
            <a:r>
              <a:rPr lang="en-US" sz="1800" dirty="0"/>
              <a:t>(...) </a:t>
            </a:r>
          </a:p>
          <a:p>
            <a:pPr lvl="1">
              <a:spcBef>
                <a:spcPts val="600"/>
              </a:spcBef>
            </a:pPr>
            <a:r>
              <a:rPr lang="en-US" sz="1800" dirty="0"/>
              <a:t>– </a:t>
            </a:r>
            <a:r>
              <a:rPr lang="en-US" sz="1800" dirty="0" err="1"/>
              <a:t>db.rawQuery</a:t>
            </a:r>
            <a:r>
              <a:rPr lang="en-US" sz="1800" dirty="0"/>
              <a:t>("SQL query", </a:t>
            </a:r>
            <a:r>
              <a:rPr lang="en-US" sz="1800" dirty="0" err="1"/>
              <a:t>args</a:t>
            </a:r>
            <a:r>
              <a:rPr lang="en-US" sz="1800" dirty="0"/>
              <a:t>) </a:t>
            </a:r>
          </a:p>
          <a:p>
            <a:pPr lvl="1">
              <a:spcBef>
                <a:spcPts val="600"/>
              </a:spcBef>
            </a:pPr>
            <a:r>
              <a:rPr lang="en-US" sz="1800" dirty="0"/>
              <a:t>– </a:t>
            </a:r>
            <a:r>
              <a:rPr lang="en-US" sz="1800" dirty="0" err="1"/>
              <a:t>db.replace</a:t>
            </a:r>
            <a:r>
              <a:rPr lang="en-US" sz="1800" dirty="0"/>
              <a:t>("table", null, values) </a:t>
            </a:r>
          </a:p>
          <a:p>
            <a:pPr lvl="1">
              <a:spcBef>
                <a:spcPts val="600"/>
              </a:spcBef>
            </a:pPr>
            <a:r>
              <a:rPr lang="en-US" sz="1800" dirty="0"/>
              <a:t>– </a:t>
            </a:r>
            <a:r>
              <a:rPr lang="en-US" sz="1800" dirty="0" err="1"/>
              <a:t>db.update</a:t>
            </a:r>
            <a:r>
              <a:rPr lang="en-US" sz="1800" dirty="0"/>
              <a:t>("table", values, "</a:t>
            </a:r>
            <a:r>
              <a:rPr lang="en-US" sz="1800" dirty="0" err="1"/>
              <a:t>whereClause</a:t>
            </a:r>
            <a:r>
              <a:rPr lang="en-US" sz="1800" dirty="0"/>
              <a:t>", </a:t>
            </a:r>
            <a:r>
              <a:rPr lang="en-US" sz="1800" dirty="0" err="1"/>
              <a:t>args</a:t>
            </a:r>
            <a:r>
              <a:rPr lang="en-US" sz="1800" dirty="0"/>
              <a:t>) </a:t>
            </a:r>
          </a:p>
        </p:txBody>
      </p:sp>
    </p:spTree>
    <p:extLst>
      <p:ext uri="{BB962C8B-B14F-4D97-AF65-F5344CB8AC3E}">
        <p14:creationId xmlns:p14="http://schemas.microsoft.com/office/powerpoint/2010/main" val="25864865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8B9B0-FCE8-4B72-92A7-65944FD4B5EE}"/>
              </a:ext>
            </a:extLst>
          </p:cNvPr>
          <p:cNvSpPr>
            <a:spLocks noGrp="1"/>
          </p:cNvSpPr>
          <p:nvPr>
            <p:ph type="title"/>
          </p:nvPr>
        </p:nvSpPr>
        <p:spPr/>
        <p:txBody>
          <a:bodyPr/>
          <a:lstStyle/>
          <a:p>
            <a:r>
              <a:rPr lang="en-US" dirty="0"/>
              <a:t>Using </a:t>
            </a:r>
            <a:r>
              <a:rPr lang="en-US" dirty="0" err="1"/>
              <a:t>sqlite</a:t>
            </a:r>
            <a:endParaRPr lang="en-US" dirty="0"/>
          </a:p>
        </p:txBody>
      </p:sp>
      <p:sp>
        <p:nvSpPr>
          <p:cNvPr id="3" name="Text Placeholder 2">
            <a:extLst>
              <a:ext uri="{FF2B5EF4-FFF2-40B4-BE49-F238E27FC236}">
                <a16:creationId xmlns:a16="http://schemas.microsoft.com/office/drawing/2014/main" id="{F7EEC843-911B-44D7-9E1B-06F5739F1627}"/>
              </a:ext>
            </a:extLst>
          </p:cNvPr>
          <p:cNvSpPr>
            <a:spLocks noGrp="1"/>
          </p:cNvSpPr>
          <p:nvPr>
            <p:ph type="body" idx="1"/>
          </p:nvPr>
        </p:nvSpPr>
        <p:spPr>
          <a:xfrm>
            <a:off x="311700" y="1060450"/>
            <a:ext cx="8520600" cy="3508425"/>
          </a:xfrm>
        </p:spPr>
        <p:txBody>
          <a:bodyPr/>
          <a:lstStyle/>
          <a:p>
            <a:r>
              <a:rPr lang="en-US" sz="1800" b="0" dirty="0" err="1"/>
              <a:t>ContentValues</a:t>
            </a:r>
            <a:r>
              <a:rPr lang="en-US" sz="1800" b="0" dirty="0"/>
              <a:t> can be optionally used as a level of abstraction for statements like INSERT, UPDATE, REPLACE   </a:t>
            </a:r>
          </a:p>
          <a:p>
            <a:pPr marL="114300" indent="0">
              <a:buNone/>
            </a:pPr>
            <a:endParaRPr lang="en-US" sz="1800" b="0" dirty="0"/>
          </a:p>
          <a:p>
            <a:pPr marL="114300" indent="0">
              <a:buNone/>
            </a:pPr>
            <a:r>
              <a:rPr lang="en-US" sz="1800" b="0" dirty="0"/>
              <a:t>   </a:t>
            </a:r>
            <a:r>
              <a:rPr lang="en-US" sz="1800" b="0" dirty="0" err="1"/>
              <a:t>ContentValues</a:t>
            </a:r>
            <a:r>
              <a:rPr lang="en-US" sz="1800" b="0" dirty="0"/>
              <a:t> </a:t>
            </a:r>
            <a:r>
              <a:rPr lang="en-US" sz="1800" b="0" dirty="0" err="1"/>
              <a:t>cvalues</a:t>
            </a:r>
            <a:r>
              <a:rPr lang="en-US" sz="1800" b="0" dirty="0"/>
              <a:t> = new </a:t>
            </a:r>
            <a:r>
              <a:rPr lang="en-US" sz="1800" b="0" dirty="0" err="1"/>
              <a:t>ContentValues</a:t>
            </a:r>
            <a:r>
              <a:rPr lang="en-US" sz="1800" b="0" dirty="0"/>
              <a:t>(); </a:t>
            </a:r>
          </a:p>
          <a:p>
            <a:pPr marL="114300" indent="0">
              <a:buNone/>
            </a:pPr>
            <a:r>
              <a:rPr lang="en-US" sz="1800" b="0" dirty="0"/>
              <a:t>   </a:t>
            </a:r>
            <a:r>
              <a:rPr lang="en-US" sz="1800" b="0" dirty="0" err="1"/>
              <a:t>cvalues.put</a:t>
            </a:r>
            <a:r>
              <a:rPr lang="en-US" sz="1800" b="0" dirty="0"/>
              <a:t>("columnName1", value1); </a:t>
            </a:r>
          </a:p>
          <a:p>
            <a:pPr marL="114300" indent="0">
              <a:buNone/>
            </a:pPr>
            <a:r>
              <a:rPr lang="en-US" sz="1800" b="0" dirty="0"/>
              <a:t>   </a:t>
            </a:r>
            <a:r>
              <a:rPr lang="en-US" sz="1800" b="0" dirty="0" err="1"/>
              <a:t>cvalues.put</a:t>
            </a:r>
            <a:r>
              <a:rPr lang="en-US" sz="1800" b="0" dirty="0"/>
              <a:t>("columnName2", value2); </a:t>
            </a:r>
          </a:p>
          <a:p>
            <a:pPr marL="114300" indent="0">
              <a:buNone/>
            </a:pPr>
            <a:r>
              <a:rPr lang="en-US" sz="1800" b="0" dirty="0"/>
              <a:t>   ... </a:t>
            </a:r>
          </a:p>
          <a:p>
            <a:pPr marL="114300" indent="0">
              <a:buNone/>
            </a:pPr>
            <a:r>
              <a:rPr lang="en-US" sz="1800" b="0" dirty="0"/>
              <a:t>   </a:t>
            </a:r>
            <a:r>
              <a:rPr lang="en-US" sz="1800" b="0" dirty="0" err="1"/>
              <a:t>db.insert</a:t>
            </a:r>
            <a:r>
              <a:rPr lang="en-US" sz="1800" b="0" dirty="0"/>
              <a:t>("</a:t>
            </a:r>
            <a:r>
              <a:rPr lang="en-US" sz="1800" b="0" dirty="0" err="1"/>
              <a:t>tableName</a:t>
            </a:r>
            <a:r>
              <a:rPr lang="en-US" sz="1800" b="0" dirty="0"/>
              <a:t>", null, </a:t>
            </a:r>
            <a:r>
              <a:rPr lang="en-US" sz="1800" b="0" dirty="0" err="1"/>
              <a:t>cvalues</a:t>
            </a:r>
            <a:r>
              <a:rPr lang="en-US" sz="1800" b="0" dirty="0"/>
              <a:t>);</a:t>
            </a:r>
          </a:p>
          <a:p>
            <a:pPr marL="114300" indent="0">
              <a:buNone/>
            </a:pPr>
            <a:endParaRPr lang="en-US" sz="1800" b="0" dirty="0"/>
          </a:p>
        </p:txBody>
      </p:sp>
      <p:sp>
        <p:nvSpPr>
          <p:cNvPr id="5" name="TextBox 4">
            <a:extLst>
              <a:ext uri="{FF2B5EF4-FFF2-40B4-BE49-F238E27FC236}">
                <a16:creationId xmlns:a16="http://schemas.microsoft.com/office/drawing/2014/main" id="{3F929DE1-258D-4610-ABA6-052E013793EA}"/>
              </a:ext>
            </a:extLst>
          </p:cNvPr>
          <p:cNvSpPr txBox="1"/>
          <p:nvPr/>
        </p:nvSpPr>
        <p:spPr>
          <a:xfrm>
            <a:off x="601317" y="3445086"/>
            <a:ext cx="6438900" cy="646331"/>
          </a:xfrm>
          <a:prstGeom prst="rect">
            <a:avLst/>
          </a:prstGeom>
          <a:noFill/>
        </p:spPr>
        <p:txBody>
          <a:bodyPr wrap="square">
            <a:spAutoFit/>
          </a:bodyPr>
          <a:lstStyle/>
          <a:p>
            <a:r>
              <a:rPr lang="en-US" dirty="0" err="1">
                <a:latin typeface="Times New Roman" panose="02020603050405020304" pitchFamily="18" charset="0"/>
                <a:cs typeface="Times New Roman" panose="02020603050405020304" pitchFamily="18" charset="0"/>
              </a:rPr>
              <a:t>db.execSQL</a:t>
            </a:r>
            <a:r>
              <a:rPr lang="en-US" dirty="0">
                <a:latin typeface="Times New Roman" panose="02020603050405020304" pitchFamily="18" charset="0"/>
                <a:cs typeface="Times New Roman" panose="02020603050405020304" pitchFamily="18" charset="0"/>
              </a:rPr>
              <a:t>("INSERT INTO </a:t>
            </a:r>
            <a:r>
              <a:rPr lang="en-US" dirty="0" err="1">
                <a:latin typeface="Times New Roman" panose="02020603050405020304" pitchFamily="18" charset="0"/>
                <a:cs typeface="Times New Roman" panose="02020603050405020304" pitchFamily="18" charset="0"/>
              </a:rPr>
              <a:t>tableName</a:t>
            </a:r>
            <a:r>
              <a:rPr lang="en-US" dirty="0">
                <a:latin typeface="Times New Roman" panose="02020603050405020304" pitchFamily="18" charset="0"/>
                <a:cs typeface="Times New Roman" panose="02020603050405020304" pitchFamily="18" charset="0"/>
              </a:rPr>
              <a:t> (" + columnName1 + ", " + columnName2 + ") VALUES (" + value1 + ", " + value2 + ")"); </a:t>
            </a:r>
          </a:p>
        </p:txBody>
      </p:sp>
    </p:spTree>
    <p:extLst>
      <p:ext uri="{BB962C8B-B14F-4D97-AF65-F5344CB8AC3E}">
        <p14:creationId xmlns:p14="http://schemas.microsoft.com/office/powerpoint/2010/main" val="33750916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252BF-8B7E-4F26-97AD-19D3CE0983A7}"/>
              </a:ext>
            </a:extLst>
          </p:cNvPr>
          <p:cNvSpPr>
            <a:spLocks noGrp="1"/>
          </p:cNvSpPr>
          <p:nvPr>
            <p:ph type="title"/>
          </p:nvPr>
        </p:nvSpPr>
        <p:spPr>
          <a:xfrm>
            <a:off x="324952" y="372138"/>
            <a:ext cx="8520600" cy="572700"/>
          </a:xfrm>
        </p:spPr>
        <p:txBody>
          <a:bodyPr/>
          <a:lstStyle/>
          <a:p>
            <a:r>
              <a:rPr lang="en-US" dirty="0"/>
              <a:t>Using </a:t>
            </a:r>
            <a:r>
              <a:rPr lang="en-US" dirty="0" err="1"/>
              <a:t>sqlite</a:t>
            </a:r>
            <a:endParaRPr lang="en-US" dirty="0"/>
          </a:p>
        </p:txBody>
      </p:sp>
      <p:sp>
        <p:nvSpPr>
          <p:cNvPr id="3" name="Text Placeholder 2">
            <a:extLst>
              <a:ext uri="{FF2B5EF4-FFF2-40B4-BE49-F238E27FC236}">
                <a16:creationId xmlns:a16="http://schemas.microsoft.com/office/drawing/2014/main" id="{3299933C-8695-48F3-990F-7F577070BDAD}"/>
              </a:ext>
            </a:extLst>
          </p:cNvPr>
          <p:cNvSpPr>
            <a:spLocks noGrp="1"/>
          </p:cNvSpPr>
          <p:nvPr>
            <p:ph type="body" idx="1"/>
          </p:nvPr>
        </p:nvSpPr>
        <p:spPr/>
        <p:txBody>
          <a:bodyPr/>
          <a:lstStyle/>
          <a:p>
            <a:r>
              <a:rPr lang="en-US" b="1" i="0" dirty="0" err="1">
                <a:solidFill>
                  <a:srgbClr val="333333"/>
                </a:solidFill>
                <a:effectLst/>
              </a:rPr>
              <a:t>SQLiteOpenHelper</a:t>
            </a:r>
            <a:r>
              <a:rPr lang="en-US" b="0" i="0" dirty="0">
                <a:solidFill>
                  <a:srgbClr val="333333"/>
                </a:solidFill>
                <a:effectLst/>
              </a:rPr>
              <a:t> class provides the functionality to use the SQLite database</a:t>
            </a:r>
          </a:p>
          <a:p>
            <a:endParaRPr lang="en-US" dirty="0"/>
          </a:p>
        </p:txBody>
      </p:sp>
      <p:graphicFrame>
        <p:nvGraphicFramePr>
          <p:cNvPr id="4" name="Table 3">
            <a:extLst>
              <a:ext uri="{FF2B5EF4-FFF2-40B4-BE49-F238E27FC236}">
                <a16:creationId xmlns:a16="http://schemas.microsoft.com/office/drawing/2014/main" id="{923CBAA5-2929-45A0-AA6A-38161B44D4F4}"/>
              </a:ext>
            </a:extLst>
          </p:cNvPr>
          <p:cNvGraphicFramePr>
            <a:graphicFrameLocks noGrp="1"/>
          </p:cNvGraphicFramePr>
          <p:nvPr>
            <p:extLst>
              <p:ext uri="{D42A27DB-BD31-4B8C-83A1-F6EECF244321}">
                <p14:modId xmlns:p14="http://schemas.microsoft.com/office/powerpoint/2010/main" val="3802856930"/>
              </p:ext>
            </p:extLst>
          </p:nvPr>
        </p:nvGraphicFramePr>
        <p:xfrm>
          <a:off x="788503" y="1997516"/>
          <a:ext cx="7798905" cy="2550160"/>
        </p:xfrm>
        <a:graphic>
          <a:graphicData uri="http://schemas.openxmlformats.org/drawingml/2006/table">
            <a:tbl>
              <a:tblPr/>
              <a:tblGrid>
                <a:gridCol w="4870175">
                  <a:extLst>
                    <a:ext uri="{9D8B030D-6E8A-4147-A177-3AD203B41FA5}">
                      <a16:colId xmlns:a16="http://schemas.microsoft.com/office/drawing/2014/main" val="2620670870"/>
                    </a:ext>
                  </a:extLst>
                </a:gridCol>
                <a:gridCol w="2928730">
                  <a:extLst>
                    <a:ext uri="{9D8B030D-6E8A-4147-A177-3AD203B41FA5}">
                      <a16:colId xmlns:a16="http://schemas.microsoft.com/office/drawing/2014/main" val="2110633439"/>
                    </a:ext>
                  </a:extLst>
                </a:gridCol>
              </a:tblGrid>
              <a:tr h="0">
                <a:tc>
                  <a:txBody>
                    <a:bodyPr/>
                    <a:lstStyle/>
                    <a:p>
                      <a:pPr algn="l" fontAlgn="t"/>
                      <a:r>
                        <a:rPr lang="en-US" dirty="0">
                          <a:solidFill>
                            <a:srgbClr val="000000"/>
                          </a:solidFill>
                          <a:effectLst/>
                          <a:latin typeface="Times New Roman" panose="02020603050405020304" pitchFamily="18" charset="0"/>
                          <a:cs typeface="Times New Roman" panose="02020603050405020304" pitchFamily="18" charset="0"/>
                        </a:rPr>
                        <a:t>Constructor</a:t>
                      </a:r>
                    </a:p>
                  </a:txBody>
                  <a:tcPr marL="76200" marR="76200" marT="76200" marB="76200">
                    <a:lnL w="6350" cap="flat" cmpd="sng" algn="ctr">
                      <a:solidFill>
                        <a:srgbClr val="202F63"/>
                      </a:solidFill>
                      <a:prstDash val="solid"/>
                      <a:round/>
                      <a:headEnd type="none" w="med" len="med"/>
                      <a:tailEnd type="none" w="med" len="med"/>
                    </a:lnL>
                    <a:lnR w="6350" cap="flat" cmpd="sng" algn="ctr">
                      <a:solidFill>
                        <a:srgbClr val="202F63"/>
                      </a:solidFill>
                      <a:prstDash val="solid"/>
                      <a:round/>
                      <a:headEnd type="none" w="med" len="med"/>
                      <a:tailEnd type="none" w="med" len="med"/>
                    </a:lnR>
                    <a:lnT w="6350" cap="flat" cmpd="sng" algn="ctr">
                      <a:solidFill>
                        <a:srgbClr val="202F63"/>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l" fontAlgn="t"/>
                      <a:r>
                        <a:rPr lang="en-US">
                          <a:solidFill>
                            <a:srgbClr val="000000"/>
                          </a:solidFill>
                          <a:effectLst/>
                          <a:latin typeface="Times New Roman" panose="02020603050405020304" pitchFamily="18" charset="0"/>
                          <a:cs typeface="Times New Roman" panose="02020603050405020304" pitchFamily="18" charset="0"/>
                        </a:rPr>
                        <a:t>Description</a:t>
                      </a:r>
                    </a:p>
                  </a:txBody>
                  <a:tcPr marL="76200" marR="76200" marT="76200" marB="76200">
                    <a:lnL w="6350" cap="flat" cmpd="sng" algn="ctr">
                      <a:solidFill>
                        <a:srgbClr val="202F63"/>
                      </a:solidFill>
                      <a:prstDash val="solid"/>
                      <a:round/>
                      <a:headEnd type="none" w="med" len="med"/>
                      <a:tailEnd type="none" w="med" len="med"/>
                    </a:lnL>
                    <a:lnR w="6350" cap="flat" cmpd="sng" algn="ctr">
                      <a:solidFill>
                        <a:srgbClr val="202F63"/>
                      </a:solidFill>
                      <a:prstDash val="solid"/>
                      <a:round/>
                      <a:headEnd type="none" w="med" len="med"/>
                      <a:tailEnd type="none" w="med" len="med"/>
                    </a:lnR>
                    <a:lnT w="6350" cap="flat" cmpd="sng" algn="ctr">
                      <a:solidFill>
                        <a:srgbClr val="202F63"/>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611484968"/>
                  </a:ext>
                </a:extLst>
              </a:tr>
              <a:tr h="0">
                <a:tc>
                  <a:txBody>
                    <a:bodyPr/>
                    <a:lstStyle/>
                    <a:p>
                      <a:pPr algn="just" fontAlgn="t"/>
                      <a:r>
                        <a:rPr lang="en-US" b="1" dirty="0" err="1">
                          <a:solidFill>
                            <a:srgbClr val="333333"/>
                          </a:solidFill>
                          <a:effectLst/>
                          <a:latin typeface="Times New Roman" panose="02020603050405020304" pitchFamily="18" charset="0"/>
                          <a:cs typeface="Times New Roman" panose="02020603050405020304" pitchFamily="18" charset="0"/>
                        </a:rPr>
                        <a:t>SQLiteOpenHelper</a:t>
                      </a:r>
                      <a:r>
                        <a:rPr lang="en-US" b="1" dirty="0">
                          <a:solidFill>
                            <a:srgbClr val="333333"/>
                          </a:solidFill>
                          <a:effectLst/>
                          <a:latin typeface="Times New Roman" panose="02020603050405020304" pitchFamily="18" charset="0"/>
                          <a:cs typeface="Times New Roman" panose="02020603050405020304" pitchFamily="18" charset="0"/>
                        </a:rPr>
                        <a:t>(Context </a:t>
                      </a:r>
                      <a:r>
                        <a:rPr lang="en-US" b="1" dirty="0" err="1">
                          <a:solidFill>
                            <a:srgbClr val="333333"/>
                          </a:solidFill>
                          <a:effectLst/>
                          <a:latin typeface="Times New Roman" panose="02020603050405020304" pitchFamily="18" charset="0"/>
                          <a:cs typeface="Times New Roman" panose="02020603050405020304" pitchFamily="18" charset="0"/>
                        </a:rPr>
                        <a:t>context</a:t>
                      </a:r>
                      <a:r>
                        <a:rPr lang="en-US" b="1" dirty="0">
                          <a:solidFill>
                            <a:srgbClr val="333333"/>
                          </a:solidFill>
                          <a:effectLst/>
                          <a:latin typeface="Times New Roman" panose="02020603050405020304" pitchFamily="18" charset="0"/>
                          <a:cs typeface="Times New Roman" panose="02020603050405020304" pitchFamily="18" charset="0"/>
                        </a:rPr>
                        <a:t>, String name, </a:t>
                      </a:r>
                      <a:r>
                        <a:rPr lang="en-US" b="1" dirty="0" err="1">
                          <a:solidFill>
                            <a:srgbClr val="333333"/>
                          </a:solidFill>
                          <a:effectLst/>
                          <a:latin typeface="Times New Roman" panose="02020603050405020304" pitchFamily="18" charset="0"/>
                          <a:cs typeface="Times New Roman" panose="02020603050405020304" pitchFamily="18" charset="0"/>
                        </a:rPr>
                        <a:t>SQLiteDatabase.CursorFactory</a:t>
                      </a:r>
                      <a:r>
                        <a:rPr lang="en-US" b="1" dirty="0">
                          <a:solidFill>
                            <a:srgbClr val="333333"/>
                          </a:solidFill>
                          <a:effectLst/>
                          <a:latin typeface="Times New Roman" panose="02020603050405020304" pitchFamily="18" charset="0"/>
                          <a:cs typeface="Times New Roman" panose="02020603050405020304" pitchFamily="18" charset="0"/>
                        </a:rPr>
                        <a:t> factory, int version)</a:t>
                      </a:r>
                      <a:endParaRPr lang="en-US" dirty="0">
                        <a:solidFill>
                          <a:srgbClr val="333333"/>
                        </a:solidFill>
                        <a:effectLst/>
                        <a:latin typeface="Times New Roman" panose="02020603050405020304" pitchFamily="18" charset="0"/>
                        <a:cs typeface="Times New Roman" panose="02020603050405020304" pitchFamily="18" charset="0"/>
                      </a:endParaRPr>
                    </a:p>
                  </a:txBody>
                  <a:tcPr marL="50800" marR="50800" marT="50800" marB="50800">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a:solidFill>
                            <a:srgbClr val="333333"/>
                          </a:solidFill>
                          <a:effectLst/>
                          <a:latin typeface="Times New Roman" panose="02020603050405020304" pitchFamily="18" charset="0"/>
                          <a:cs typeface="Times New Roman" panose="02020603050405020304" pitchFamily="18" charset="0"/>
                        </a:rPr>
                        <a:t>creates an object for creating, opening and managing the database.</a:t>
                      </a:r>
                    </a:p>
                  </a:txBody>
                  <a:tcPr marL="50800" marR="50800" marT="50800" marB="50800">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299002365"/>
                  </a:ext>
                </a:extLst>
              </a:tr>
              <a:tr h="0">
                <a:tc>
                  <a:txBody>
                    <a:bodyPr/>
                    <a:lstStyle/>
                    <a:p>
                      <a:pPr algn="just" fontAlgn="t"/>
                      <a:r>
                        <a:rPr lang="en-US" b="1" dirty="0" err="1">
                          <a:solidFill>
                            <a:srgbClr val="333333"/>
                          </a:solidFill>
                          <a:effectLst/>
                          <a:latin typeface="Times New Roman" panose="02020603050405020304" pitchFamily="18" charset="0"/>
                          <a:cs typeface="Times New Roman" panose="02020603050405020304" pitchFamily="18" charset="0"/>
                        </a:rPr>
                        <a:t>SQLiteOpenHelper</a:t>
                      </a:r>
                      <a:r>
                        <a:rPr lang="en-US" b="1" dirty="0">
                          <a:solidFill>
                            <a:srgbClr val="333333"/>
                          </a:solidFill>
                          <a:effectLst/>
                          <a:latin typeface="Times New Roman" panose="02020603050405020304" pitchFamily="18" charset="0"/>
                          <a:cs typeface="Times New Roman" panose="02020603050405020304" pitchFamily="18" charset="0"/>
                        </a:rPr>
                        <a:t>(Context </a:t>
                      </a:r>
                      <a:r>
                        <a:rPr lang="en-US" b="1" dirty="0" err="1">
                          <a:solidFill>
                            <a:srgbClr val="333333"/>
                          </a:solidFill>
                          <a:effectLst/>
                          <a:latin typeface="Times New Roman" panose="02020603050405020304" pitchFamily="18" charset="0"/>
                          <a:cs typeface="Times New Roman" panose="02020603050405020304" pitchFamily="18" charset="0"/>
                        </a:rPr>
                        <a:t>context</a:t>
                      </a:r>
                      <a:r>
                        <a:rPr lang="en-US" b="1" dirty="0">
                          <a:solidFill>
                            <a:srgbClr val="333333"/>
                          </a:solidFill>
                          <a:effectLst/>
                          <a:latin typeface="Times New Roman" panose="02020603050405020304" pitchFamily="18" charset="0"/>
                          <a:cs typeface="Times New Roman" panose="02020603050405020304" pitchFamily="18" charset="0"/>
                        </a:rPr>
                        <a:t>, String name, </a:t>
                      </a:r>
                      <a:r>
                        <a:rPr lang="en-US" b="1" dirty="0" err="1">
                          <a:solidFill>
                            <a:srgbClr val="333333"/>
                          </a:solidFill>
                          <a:effectLst/>
                          <a:latin typeface="Times New Roman" panose="02020603050405020304" pitchFamily="18" charset="0"/>
                          <a:cs typeface="Times New Roman" panose="02020603050405020304" pitchFamily="18" charset="0"/>
                        </a:rPr>
                        <a:t>SQLiteDatabase.CursorFactory</a:t>
                      </a:r>
                      <a:r>
                        <a:rPr lang="en-US" b="1" dirty="0">
                          <a:solidFill>
                            <a:srgbClr val="333333"/>
                          </a:solidFill>
                          <a:effectLst/>
                          <a:latin typeface="Times New Roman" panose="02020603050405020304" pitchFamily="18" charset="0"/>
                          <a:cs typeface="Times New Roman" panose="02020603050405020304" pitchFamily="18" charset="0"/>
                        </a:rPr>
                        <a:t> factory, int version, </a:t>
                      </a:r>
                      <a:r>
                        <a:rPr lang="en-US" b="1" dirty="0" err="1">
                          <a:solidFill>
                            <a:srgbClr val="333333"/>
                          </a:solidFill>
                          <a:effectLst/>
                          <a:latin typeface="Times New Roman" panose="02020603050405020304" pitchFamily="18" charset="0"/>
                          <a:cs typeface="Times New Roman" panose="02020603050405020304" pitchFamily="18" charset="0"/>
                        </a:rPr>
                        <a:t>DatabaseErrorHandler</a:t>
                      </a:r>
                      <a:r>
                        <a:rPr lang="en-US" b="1" dirty="0">
                          <a:solidFill>
                            <a:srgbClr val="333333"/>
                          </a:solidFill>
                          <a:effectLst/>
                          <a:latin typeface="Times New Roman" panose="02020603050405020304" pitchFamily="18" charset="0"/>
                          <a:cs typeface="Times New Roman" panose="02020603050405020304" pitchFamily="18" charset="0"/>
                        </a:rPr>
                        <a:t> </a:t>
                      </a:r>
                      <a:r>
                        <a:rPr lang="en-US" b="1" dirty="0" err="1">
                          <a:solidFill>
                            <a:srgbClr val="333333"/>
                          </a:solidFill>
                          <a:effectLst/>
                          <a:latin typeface="Times New Roman" panose="02020603050405020304" pitchFamily="18" charset="0"/>
                          <a:cs typeface="Times New Roman" panose="02020603050405020304" pitchFamily="18" charset="0"/>
                        </a:rPr>
                        <a:t>errorHandler</a:t>
                      </a:r>
                      <a:r>
                        <a:rPr lang="en-US" b="1" dirty="0">
                          <a:solidFill>
                            <a:srgbClr val="333333"/>
                          </a:solidFill>
                          <a:effectLst/>
                          <a:latin typeface="Times New Roman" panose="02020603050405020304" pitchFamily="18" charset="0"/>
                          <a:cs typeface="Times New Roman" panose="02020603050405020304" pitchFamily="18" charset="0"/>
                        </a:rPr>
                        <a:t>)</a:t>
                      </a:r>
                      <a:endParaRPr lang="en-US" dirty="0">
                        <a:solidFill>
                          <a:srgbClr val="333333"/>
                        </a:solidFill>
                        <a:effectLst/>
                        <a:latin typeface="Times New Roman" panose="02020603050405020304" pitchFamily="18" charset="0"/>
                        <a:cs typeface="Times New Roman" panose="02020603050405020304" pitchFamily="18" charset="0"/>
                      </a:endParaRPr>
                    </a:p>
                  </a:txBody>
                  <a:tcPr marL="50800" marR="50800" marT="50800" marB="50800">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dirty="0">
                          <a:solidFill>
                            <a:srgbClr val="333333"/>
                          </a:solidFill>
                          <a:effectLst/>
                          <a:latin typeface="Times New Roman" panose="02020603050405020304" pitchFamily="18" charset="0"/>
                          <a:cs typeface="Times New Roman" panose="02020603050405020304" pitchFamily="18" charset="0"/>
                        </a:rPr>
                        <a:t>creates an object for creating, opening and managing the database. It specifies the error handler.</a:t>
                      </a:r>
                    </a:p>
                  </a:txBody>
                  <a:tcPr marL="50800" marR="50800" marT="50800" marB="50800">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754306826"/>
                  </a:ext>
                </a:extLst>
              </a:tr>
            </a:tbl>
          </a:graphicData>
        </a:graphic>
      </p:graphicFrame>
    </p:spTree>
    <p:extLst>
      <p:ext uri="{BB962C8B-B14F-4D97-AF65-F5344CB8AC3E}">
        <p14:creationId xmlns:p14="http://schemas.microsoft.com/office/powerpoint/2010/main" val="36665424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CC4AE-C19E-4149-8A17-2F2FA3F67A48}"/>
              </a:ext>
            </a:extLst>
          </p:cNvPr>
          <p:cNvSpPr>
            <a:spLocks noGrp="1"/>
          </p:cNvSpPr>
          <p:nvPr>
            <p:ph type="title"/>
          </p:nvPr>
        </p:nvSpPr>
        <p:spPr/>
        <p:txBody>
          <a:bodyPr/>
          <a:lstStyle/>
          <a:p>
            <a:r>
              <a:rPr lang="en-US" dirty="0"/>
              <a:t>Using </a:t>
            </a:r>
            <a:r>
              <a:rPr lang="en-US" dirty="0" err="1"/>
              <a:t>sqlite</a:t>
            </a:r>
            <a:endParaRPr lang="en-US" dirty="0"/>
          </a:p>
        </p:txBody>
      </p:sp>
      <p:graphicFrame>
        <p:nvGraphicFramePr>
          <p:cNvPr id="4" name="Table 3">
            <a:extLst>
              <a:ext uri="{FF2B5EF4-FFF2-40B4-BE49-F238E27FC236}">
                <a16:creationId xmlns:a16="http://schemas.microsoft.com/office/drawing/2014/main" id="{930AFFF6-E03B-4099-A856-469F1D700C95}"/>
              </a:ext>
            </a:extLst>
          </p:cNvPr>
          <p:cNvGraphicFramePr>
            <a:graphicFrameLocks noGrp="1"/>
          </p:cNvGraphicFramePr>
          <p:nvPr>
            <p:extLst>
              <p:ext uri="{D42A27DB-BD31-4B8C-83A1-F6EECF244321}">
                <p14:modId xmlns:p14="http://schemas.microsoft.com/office/powerpoint/2010/main" val="3483514217"/>
              </p:ext>
            </p:extLst>
          </p:nvPr>
        </p:nvGraphicFramePr>
        <p:xfrm>
          <a:off x="655616" y="1350204"/>
          <a:ext cx="7572880" cy="3416299"/>
        </p:xfrm>
        <a:graphic>
          <a:graphicData uri="http://schemas.openxmlformats.org/drawingml/2006/table">
            <a:tbl>
              <a:tblPr/>
              <a:tblGrid>
                <a:gridCol w="3786440">
                  <a:extLst>
                    <a:ext uri="{9D8B030D-6E8A-4147-A177-3AD203B41FA5}">
                      <a16:colId xmlns:a16="http://schemas.microsoft.com/office/drawing/2014/main" val="3639314617"/>
                    </a:ext>
                  </a:extLst>
                </a:gridCol>
                <a:gridCol w="3786440">
                  <a:extLst>
                    <a:ext uri="{9D8B030D-6E8A-4147-A177-3AD203B41FA5}">
                      <a16:colId xmlns:a16="http://schemas.microsoft.com/office/drawing/2014/main" val="2822872105"/>
                    </a:ext>
                  </a:extLst>
                </a:gridCol>
              </a:tblGrid>
              <a:tr h="352398">
                <a:tc>
                  <a:txBody>
                    <a:bodyPr/>
                    <a:lstStyle/>
                    <a:p>
                      <a:pPr algn="l" fontAlgn="t"/>
                      <a:r>
                        <a:rPr lang="en-US" sz="1300">
                          <a:solidFill>
                            <a:srgbClr val="000000"/>
                          </a:solidFill>
                          <a:effectLst/>
                          <a:latin typeface="times new roman" panose="02020603050405020304" pitchFamily="18" charset="0"/>
                        </a:rPr>
                        <a:t>Method</a:t>
                      </a:r>
                    </a:p>
                  </a:txBody>
                  <a:tcPr marL="73416" marR="73416" marT="73416" marB="73416">
                    <a:lnL w="6350" cap="flat" cmpd="sng" algn="ctr">
                      <a:solidFill>
                        <a:srgbClr val="00D162"/>
                      </a:solidFill>
                      <a:prstDash val="solid"/>
                      <a:round/>
                      <a:headEnd type="none" w="med" len="med"/>
                      <a:tailEnd type="none" w="med" len="med"/>
                    </a:lnL>
                    <a:lnR w="6350" cap="flat" cmpd="sng" algn="ctr">
                      <a:solidFill>
                        <a:srgbClr val="00D162"/>
                      </a:solidFill>
                      <a:prstDash val="solid"/>
                      <a:round/>
                      <a:headEnd type="none" w="med" len="med"/>
                      <a:tailEnd type="none" w="med" len="med"/>
                    </a:lnR>
                    <a:lnT w="6350" cap="flat" cmpd="sng" algn="ctr">
                      <a:solidFill>
                        <a:srgbClr val="00D162"/>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300">
                          <a:solidFill>
                            <a:srgbClr val="000000"/>
                          </a:solidFill>
                          <a:effectLst/>
                          <a:latin typeface="times new roman" panose="02020603050405020304" pitchFamily="18" charset="0"/>
                        </a:rPr>
                        <a:t>Description</a:t>
                      </a:r>
                    </a:p>
                  </a:txBody>
                  <a:tcPr marL="73416" marR="73416" marT="73416" marB="73416">
                    <a:lnL w="6350" cap="flat" cmpd="sng" algn="ctr">
                      <a:solidFill>
                        <a:srgbClr val="00D162"/>
                      </a:solidFill>
                      <a:prstDash val="solid"/>
                      <a:round/>
                      <a:headEnd type="none" w="med" len="med"/>
                      <a:tailEnd type="none" w="med" len="med"/>
                    </a:lnL>
                    <a:lnR w="6350" cap="flat" cmpd="sng" algn="ctr">
                      <a:solidFill>
                        <a:srgbClr val="00D162"/>
                      </a:solidFill>
                      <a:prstDash val="solid"/>
                      <a:round/>
                      <a:headEnd type="none" w="med" len="med"/>
                      <a:tailEnd type="none" w="med" len="med"/>
                    </a:lnR>
                    <a:lnT w="6350" cap="flat" cmpd="sng" algn="ctr">
                      <a:solidFill>
                        <a:srgbClr val="00D162"/>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2012916161"/>
                  </a:ext>
                </a:extLst>
              </a:tr>
              <a:tr h="714584">
                <a:tc>
                  <a:txBody>
                    <a:bodyPr/>
                    <a:lstStyle/>
                    <a:p>
                      <a:pPr algn="just" fontAlgn="t"/>
                      <a:r>
                        <a:rPr lang="en-US" sz="1300" b="1">
                          <a:solidFill>
                            <a:srgbClr val="333333"/>
                          </a:solidFill>
                          <a:effectLst/>
                          <a:latin typeface="inter-bold"/>
                        </a:rPr>
                        <a:t>public abstract void onCreate(SQLiteDatabase db)</a:t>
                      </a:r>
                      <a:endParaRPr lang="en-US" sz="1300">
                        <a:solidFill>
                          <a:srgbClr val="333333"/>
                        </a:solidFill>
                        <a:effectLst/>
                        <a:latin typeface="inter-regular"/>
                      </a:endParaRPr>
                    </a:p>
                  </a:txBody>
                  <a:tcPr marL="48944" marR="48944" marT="48944" marB="48944">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300" dirty="0">
                          <a:solidFill>
                            <a:srgbClr val="333333"/>
                          </a:solidFill>
                          <a:effectLst/>
                          <a:latin typeface="inter-regular"/>
                        </a:rPr>
                        <a:t>called only once when database is created for the first time.</a:t>
                      </a:r>
                    </a:p>
                  </a:txBody>
                  <a:tcPr marL="48944" marR="48944" marT="48944" marB="48944">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146133820"/>
                  </a:ext>
                </a:extLst>
              </a:tr>
              <a:tr h="920149">
                <a:tc>
                  <a:txBody>
                    <a:bodyPr/>
                    <a:lstStyle/>
                    <a:p>
                      <a:pPr algn="just" fontAlgn="t"/>
                      <a:r>
                        <a:rPr lang="en-US" sz="1300" b="1">
                          <a:solidFill>
                            <a:srgbClr val="333333"/>
                          </a:solidFill>
                          <a:effectLst/>
                          <a:latin typeface="inter-bold"/>
                        </a:rPr>
                        <a:t>public abstract void onUpgrade(SQLiteDatabase db, int oldVersion, int newVersion)</a:t>
                      </a:r>
                      <a:endParaRPr lang="en-US" sz="1300">
                        <a:solidFill>
                          <a:srgbClr val="333333"/>
                        </a:solidFill>
                        <a:effectLst/>
                        <a:latin typeface="inter-regular"/>
                      </a:endParaRPr>
                    </a:p>
                  </a:txBody>
                  <a:tcPr marL="48944" marR="48944" marT="48944" marB="48944">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300">
                          <a:solidFill>
                            <a:srgbClr val="333333"/>
                          </a:solidFill>
                          <a:effectLst/>
                          <a:latin typeface="inter-regular"/>
                        </a:rPr>
                        <a:t>called when database needs to be upgraded.</a:t>
                      </a:r>
                    </a:p>
                  </a:txBody>
                  <a:tcPr marL="48944" marR="48944" marT="48944" marB="48944">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123260951"/>
                  </a:ext>
                </a:extLst>
              </a:tr>
              <a:tr h="509019">
                <a:tc>
                  <a:txBody>
                    <a:bodyPr/>
                    <a:lstStyle/>
                    <a:p>
                      <a:pPr algn="just" fontAlgn="t"/>
                      <a:r>
                        <a:rPr lang="en-US" sz="1300" b="1">
                          <a:solidFill>
                            <a:srgbClr val="333333"/>
                          </a:solidFill>
                          <a:effectLst/>
                          <a:latin typeface="inter-bold"/>
                        </a:rPr>
                        <a:t>public synchronized void close ()</a:t>
                      </a:r>
                      <a:endParaRPr lang="en-US" sz="1300">
                        <a:solidFill>
                          <a:srgbClr val="333333"/>
                        </a:solidFill>
                        <a:effectLst/>
                        <a:latin typeface="inter-regular"/>
                      </a:endParaRPr>
                    </a:p>
                  </a:txBody>
                  <a:tcPr marL="48944" marR="48944" marT="48944" marB="48944">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300">
                          <a:solidFill>
                            <a:srgbClr val="333333"/>
                          </a:solidFill>
                          <a:effectLst/>
                          <a:latin typeface="inter-regular"/>
                        </a:rPr>
                        <a:t>closes the database object.</a:t>
                      </a:r>
                    </a:p>
                  </a:txBody>
                  <a:tcPr marL="48944" marR="48944" marT="48944" marB="48944">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67778196"/>
                  </a:ext>
                </a:extLst>
              </a:tr>
              <a:tr h="920149">
                <a:tc>
                  <a:txBody>
                    <a:bodyPr/>
                    <a:lstStyle/>
                    <a:p>
                      <a:pPr algn="just" fontAlgn="t"/>
                      <a:r>
                        <a:rPr lang="en-US" sz="1300" b="1">
                          <a:solidFill>
                            <a:srgbClr val="333333"/>
                          </a:solidFill>
                          <a:effectLst/>
                          <a:latin typeface="inter-bold"/>
                        </a:rPr>
                        <a:t>public void onDowngrade(SQLiteDatabase db, int oldVersion, int newVersion)</a:t>
                      </a:r>
                      <a:endParaRPr lang="en-US" sz="1300">
                        <a:solidFill>
                          <a:srgbClr val="333333"/>
                        </a:solidFill>
                        <a:effectLst/>
                        <a:latin typeface="inter-regular"/>
                      </a:endParaRPr>
                    </a:p>
                  </a:txBody>
                  <a:tcPr marL="48944" marR="48944" marT="48944" marB="48944">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300" dirty="0">
                          <a:solidFill>
                            <a:srgbClr val="333333"/>
                          </a:solidFill>
                          <a:effectLst/>
                          <a:latin typeface="inter-regular"/>
                        </a:rPr>
                        <a:t>called when database needs to be downgraded.</a:t>
                      </a:r>
                    </a:p>
                  </a:txBody>
                  <a:tcPr marL="48944" marR="48944" marT="48944" marB="48944">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356389594"/>
                  </a:ext>
                </a:extLst>
              </a:tr>
            </a:tbl>
          </a:graphicData>
        </a:graphic>
      </p:graphicFrame>
    </p:spTree>
    <p:extLst>
      <p:ext uri="{BB962C8B-B14F-4D97-AF65-F5344CB8AC3E}">
        <p14:creationId xmlns:p14="http://schemas.microsoft.com/office/powerpoint/2010/main" val="10487965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B37C-AA73-4966-BED2-B0745AA2ECBE}"/>
              </a:ext>
            </a:extLst>
          </p:cNvPr>
          <p:cNvSpPr>
            <a:spLocks noGrp="1"/>
          </p:cNvSpPr>
          <p:nvPr>
            <p:ph type="title"/>
          </p:nvPr>
        </p:nvSpPr>
        <p:spPr/>
        <p:txBody>
          <a:bodyPr/>
          <a:lstStyle/>
          <a:p>
            <a:r>
              <a:rPr lang="en-US" dirty="0"/>
              <a:t>Using </a:t>
            </a:r>
            <a:r>
              <a:rPr lang="en-US" dirty="0" err="1"/>
              <a:t>sqlite</a:t>
            </a:r>
            <a:endParaRPr lang="en-US" dirty="0"/>
          </a:p>
        </p:txBody>
      </p:sp>
      <p:graphicFrame>
        <p:nvGraphicFramePr>
          <p:cNvPr id="4" name="Table 3">
            <a:extLst>
              <a:ext uri="{FF2B5EF4-FFF2-40B4-BE49-F238E27FC236}">
                <a16:creationId xmlns:a16="http://schemas.microsoft.com/office/drawing/2014/main" id="{FD1C9E13-19FF-44E5-915A-AB904285FFB9}"/>
              </a:ext>
            </a:extLst>
          </p:cNvPr>
          <p:cNvGraphicFramePr>
            <a:graphicFrameLocks noGrp="1"/>
          </p:cNvGraphicFramePr>
          <p:nvPr>
            <p:extLst>
              <p:ext uri="{D42A27DB-BD31-4B8C-83A1-F6EECF244321}">
                <p14:modId xmlns:p14="http://schemas.microsoft.com/office/powerpoint/2010/main" val="2085844919"/>
              </p:ext>
            </p:extLst>
          </p:nvPr>
        </p:nvGraphicFramePr>
        <p:xfrm>
          <a:off x="457200" y="1417983"/>
          <a:ext cx="8216900" cy="2939246"/>
        </p:xfrm>
        <a:graphic>
          <a:graphicData uri="http://schemas.openxmlformats.org/drawingml/2006/table">
            <a:tbl>
              <a:tblPr/>
              <a:tblGrid>
                <a:gridCol w="4108450">
                  <a:extLst>
                    <a:ext uri="{9D8B030D-6E8A-4147-A177-3AD203B41FA5}">
                      <a16:colId xmlns:a16="http://schemas.microsoft.com/office/drawing/2014/main" val="64940899"/>
                    </a:ext>
                  </a:extLst>
                </a:gridCol>
                <a:gridCol w="4108450">
                  <a:extLst>
                    <a:ext uri="{9D8B030D-6E8A-4147-A177-3AD203B41FA5}">
                      <a16:colId xmlns:a16="http://schemas.microsoft.com/office/drawing/2014/main" val="3559421663"/>
                    </a:ext>
                  </a:extLst>
                </a:gridCol>
              </a:tblGrid>
              <a:tr h="271922">
                <a:tc>
                  <a:txBody>
                    <a:bodyPr/>
                    <a:lstStyle/>
                    <a:p>
                      <a:pPr algn="l" fontAlgn="t"/>
                      <a:r>
                        <a:rPr lang="en-US" sz="1000" dirty="0">
                          <a:solidFill>
                            <a:srgbClr val="000000"/>
                          </a:solidFill>
                          <a:effectLst/>
                          <a:latin typeface="times new roman" panose="02020603050405020304" pitchFamily="18" charset="0"/>
                        </a:rPr>
                        <a:t>Method</a:t>
                      </a:r>
                    </a:p>
                  </a:txBody>
                  <a:tcPr marL="45836" marR="45836" marT="45836" marB="45836">
                    <a:lnL w="6350" cap="flat" cmpd="sng" algn="ctr">
                      <a:solidFill>
                        <a:srgbClr val="50D337"/>
                      </a:solidFill>
                      <a:prstDash val="solid"/>
                      <a:round/>
                      <a:headEnd type="none" w="med" len="med"/>
                      <a:tailEnd type="none" w="med" len="med"/>
                    </a:lnL>
                    <a:lnR w="6350" cap="flat" cmpd="sng" algn="ctr">
                      <a:solidFill>
                        <a:srgbClr val="50D337"/>
                      </a:solidFill>
                      <a:prstDash val="solid"/>
                      <a:round/>
                      <a:headEnd type="none" w="med" len="med"/>
                      <a:tailEnd type="none" w="med" len="med"/>
                    </a:lnR>
                    <a:lnT w="6350" cap="flat" cmpd="sng" algn="ctr">
                      <a:solidFill>
                        <a:srgbClr val="50D337"/>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000">
                          <a:solidFill>
                            <a:srgbClr val="000000"/>
                          </a:solidFill>
                          <a:effectLst/>
                          <a:latin typeface="times new roman" panose="02020603050405020304" pitchFamily="18" charset="0"/>
                        </a:rPr>
                        <a:t>Description</a:t>
                      </a:r>
                    </a:p>
                  </a:txBody>
                  <a:tcPr marL="45836" marR="45836" marT="45836" marB="45836">
                    <a:lnL w="6350" cap="flat" cmpd="sng" algn="ctr">
                      <a:solidFill>
                        <a:srgbClr val="50D337"/>
                      </a:solidFill>
                      <a:prstDash val="solid"/>
                      <a:round/>
                      <a:headEnd type="none" w="med" len="med"/>
                      <a:tailEnd type="none" w="med" len="med"/>
                    </a:lnL>
                    <a:lnR w="6350" cap="flat" cmpd="sng" algn="ctr">
                      <a:solidFill>
                        <a:srgbClr val="50D337"/>
                      </a:solidFill>
                      <a:prstDash val="solid"/>
                      <a:round/>
                      <a:headEnd type="none" w="med" len="med"/>
                      <a:tailEnd type="none" w="med" len="med"/>
                    </a:lnR>
                    <a:lnT w="6350" cap="flat" cmpd="sng" algn="ctr">
                      <a:solidFill>
                        <a:srgbClr val="50D337"/>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3353018425"/>
                  </a:ext>
                </a:extLst>
              </a:tr>
              <a:tr h="354057">
                <a:tc>
                  <a:txBody>
                    <a:bodyPr/>
                    <a:lstStyle/>
                    <a:p>
                      <a:pPr algn="just" fontAlgn="t"/>
                      <a:r>
                        <a:rPr lang="en-US" sz="1000" b="1">
                          <a:solidFill>
                            <a:srgbClr val="333333"/>
                          </a:solidFill>
                          <a:effectLst/>
                          <a:latin typeface="inter-bold"/>
                        </a:rPr>
                        <a:t>void execSQL(String sql)</a:t>
                      </a:r>
                      <a:endParaRPr lang="en-US" sz="1000">
                        <a:solidFill>
                          <a:srgbClr val="333333"/>
                        </a:solidFill>
                        <a:effectLst/>
                        <a:latin typeface="inter-regular"/>
                      </a:endParaRPr>
                    </a:p>
                  </a:txBody>
                  <a:tcPr marL="30557" marR="30557" marT="30557" marB="3055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a:solidFill>
                            <a:srgbClr val="333333"/>
                          </a:solidFill>
                          <a:effectLst/>
                          <a:latin typeface="inter-regular"/>
                        </a:rPr>
                        <a:t>executes the sql query not select query.</a:t>
                      </a:r>
                    </a:p>
                  </a:txBody>
                  <a:tcPr marL="30557" marR="30557" marT="30557" marB="3055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977271434"/>
                  </a:ext>
                </a:extLst>
              </a:tr>
              <a:tr h="747245">
                <a:tc>
                  <a:txBody>
                    <a:bodyPr/>
                    <a:lstStyle/>
                    <a:p>
                      <a:pPr algn="just" fontAlgn="t"/>
                      <a:r>
                        <a:rPr lang="en-US" sz="1000" b="1" dirty="0">
                          <a:solidFill>
                            <a:srgbClr val="333333"/>
                          </a:solidFill>
                          <a:effectLst/>
                          <a:latin typeface="inter-bold"/>
                        </a:rPr>
                        <a:t>long insert(String table, String </a:t>
                      </a:r>
                      <a:r>
                        <a:rPr lang="en-US" sz="1000" b="1" dirty="0" err="1">
                          <a:solidFill>
                            <a:srgbClr val="333333"/>
                          </a:solidFill>
                          <a:effectLst/>
                          <a:latin typeface="inter-bold"/>
                        </a:rPr>
                        <a:t>nullColumnHack</a:t>
                      </a:r>
                      <a:r>
                        <a:rPr lang="en-US" sz="1000" b="1" dirty="0">
                          <a:solidFill>
                            <a:srgbClr val="333333"/>
                          </a:solidFill>
                          <a:effectLst/>
                          <a:latin typeface="inter-bold"/>
                        </a:rPr>
                        <a:t>, </a:t>
                      </a:r>
                      <a:r>
                        <a:rPr lang="en-US" sz="1000" b="1" dirty="0" err="1">
                          <a:solidFill>
                            <a:srgbClr val="333333"/>
                          </a:solidFill>
                          <a:effectLst/>
                          <a:latin typeface="inter-bold"/>
                        </a:rPr>
                        <a:t>ContentValues</a:t>
                      </a:r>
                      <a:r>
                        <a:rPr lang="en-US" sz="1000" b="1" dirty="0">
                          <a:solidFill>
                            <a:srgbClr val="333333"/>
                          </a:solidFill>
                          <a:effectLst/>
                          <a:latin typeface="inter-bold"/>
                        </a:rPr>
                        <a:t> values)</a:t>
                      </a:r>
                      <a:endParaRPr lang="en-US" sz="1000" dirty="0">
                        <a:solidFill>
                          <a:srgbClr val="333333"/>
                        </a:solidFill>
                        <a:effectLst/>
                        <a:latin typeface="inter-regular"/>
                      </a:endParaRPr>
                    </a:p>
                  </a:txBody>
                  <a:tcPr marL="30557" marR="30557" marT="30557" marB="3055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a:solidFill>
                            <a:srgbClr val="333333"/>
                          </a:solidFill>
                          <a:effectLst/>
                          <a:latin typeface="inter-regular"/>
                        </a:rPr>
                        <a:t>inserts a record on the database. The table specifies the table name, nullColumnHack doesn't allow completely null values. If second argument is null, android will store null values if values are empty. The third argument specifies the values to be stored.</a:t>
                      </a:r>
                    </a:p>
                  </a:txBody>
                  <a:tcPr marL="30557" marR="30557" marT="30557" marB="3055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274142950"/>
                  </a:ext>
                </a:extLst>
              </a:tr>
              <a:tr h="640026">
                <a:tc>
                  <a:txBody>
                    <a:bodyPr/>
                    <a:lstStyle/>
                    <a:p>
                      <a:pPr algn="just" fontAlgn="t"/>
                      <a:r>
                        <a:rPr lang="en-US" sz="1000" b="1">
                          <a:solidFill>
                            <a:srgbClr val="333333"/>
                          </a:solidFill>
                          <a:effectLst/>
                          <a:latin typeface="inter-bold"/>
                        </a:rPr>
                        <a:t>int update(String table, ContentValues values, String whereClause, String[] whereArgs)</a:t>
                      </a:r>
                      <a:endParaRPr lang="en-US" sz="1000">
                        <a:solidFill>
                          <a:srgbClr val="333333"/>
                        </a:solidFill>
                        <a:effectLst/>
                        <a:latin typeface="inter-regular"/>
                      </a:endParaRPr>
                    </a:p>
                  </a:txBody>
                  <a:tcPr marL="30557" marR="30557" marT="30557" marB="3055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a:solidFill>
                            <a:srgbClr val="333333"/>
                          </a:solidFill>
                          <a:effectLst/>
                          <a:latin typeface="inter-regular"/>
                        </a:rPr>
                        <a:t>updates a row.</a:t>
                      </a:r>
                    </a:p>
                  </a:txBody>
                  <a:tcPr marL="30557" marR="30557" marT="30557" marB="3055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215082679"/>
                  </a:ext>
                </a:extLst>
              </a:tr>
              <a:tr h="925996">
                <a:tc>
                  <a:txBody>
                    <a:bodyPr/>
                    <a:lstStyle/>
                    <a:p>
                      <a:pPr algn="just" fontAlgn="t"/>
                      <a:r>
                        <a:rPr lang="en-US" sz="1000" b="1">
                          <a:solidFill>
                            <a:srgbClr val="333333"/>
                          </a:solidFill>
                          <a:effectLst/>
                          <a:latin typeface="inter-bold"/>
                        </a:rPr>
                        <a:t>Cursor query(String table, String[] columns, String selection, String[] selectionArgs, String groupBy, String having, String orderBy)</a:t>
                      </a:r>
                      <a:endParaRPr lang="en-US" sz="1000">
                        <a:solidFill>
                          <a:srgbClr val="333333"/>
                        </a:solidFill>
                        <a:effectLst/>
                        <a:latin typeface="inter-regular"/>
                      </a:endParaRPr>
                    </a:p>
                  </a:txBody>
                  <a:tcPr marL="30557" marR="30557" marT="30557" marB="3055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dirty="0">
                          <a:solidFill>
                            <a:srgbClr val="333333"/>
                          </a:solidFill>
                          <a:effectLst/>
                          <a:latin typeface="inter-regular"/>
                        </a:rPr>
                        <a:t>returns a cursor over the </a:t>
                      </a:r>
                      <a:r>
                        <a:rPr lang="en-US" sz="1000" dirty="0" err="1">
                          <a:solidFill>
                            <a:srgbClr val="333333"/>
                          </a:solidFill>
                          <a:effectLst/>
                          <a:latin typeface="inter-regular"/>
                        </a:rPr>
                        <a:t>resultset</a:t>
                      </a:r>
                      <a:r>
                        <a:rPr lang="en-US" sz="1000" dirty="0">
                          <a:solidFill>
                            <a:srgbClr val="333333"/>
                          </a:solidFill>
                          <a:effectLst/>
                          <a:latin typeface="inter-regular"/>
                        </a:rPr>
                        <a:t>.</a:t>
                      </a:r>
                    </a:p>
                  </a:txBody>
                  <a:tcPr marL="30557" marR="30557" marT="30557" marB="3055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695822576"/>
                  </a:ext>
                </a:extLst>
              </a:tr>
            </a:tbl>
          </a:graphicData>
        </a:graphic>
      </p:graphicFrame>
    </p:spTree>
    <p:extLst>
      <p:ext uri="{BB962C8B-B14F-4D97-AF65-F5344CB8AC3E}">
        <p14:creationId xmlns:p14="http://schemas.microsoft.com/office/powerpoint/2010/main" val="34785026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70706-C451-4616-99E3-0B55C0AAC73B}"/>
              </a:ext>
            </a:extLst>
          </p:cNvPr>
          <p:cNvSpPr>
            <a:spLocks noGrp="1"/>
          </p:cNvSpPr>
          <p:nvPr>
            <p:ph type="title"/>
          </p:nvPr>
        </p:nvSpPr>
        <p:spPr/>
        <p:txBody>
          <a:bodyPr/>
          <a:lstStyle/>
          <a:p>
            <a:r>
              <a:rPr lang="en-US" dirty="0"/>
              <a:t>Room database</a:t>
            </a:r>
          </a:p>
        </p:txBody>
      </p:sp>
      <p:sp>
        <p:nvSpPr>
          <p:cNvPr id="3" name="Text Placeholder 2">
            <a:extLst>
              <a:ext uri="{FF2B5EF4-FFF2-40B4-BE49-F238E27FC236}">
                <a16:creationId xmlns:a16="http://schemas.microsoft.com/office/drawing/2014/main" id="{573D477F-D9D9-4D7F-A934-2F1358061B14}"/>
              </a:ext>
            </a:extLst>
          </p:cNvPr>
          <p:cNvSpPr>
            <a:spLocks noGrp="1"/>
          </p:cNvSpPr>
          <p:nvPr>
            <p:ph type="body" idx="1"/>
          </p:nvPr>
        </p:nvSpPr>
        <p:spPr>
          <a:xfrm>
            <a:off x="311700" y="1152475"/>
            <a:ext cx="4685750" cy="3416400"/>
          </a:xfrm>
        </p:spPr>
        <p:txBody>
          <a:bodyPr/>
          <a:lstStyle/>
          <a:p>
            <a:pPr marL="457200" lvl="0" indent="-381000" algn="l" rtl="0">
              <a:spcBef>
                <a:spcPts val="1000"/>
              </a:spcBef>
              <a:spcAft>
                <a:spcPts val="0"/>
              </a:spcAft>
              <a:buSzPts val="2400"/>
              <a:buChar char="●"/>
            </a:pPr>
            <a:r>
              <a:rPr lang="en-US" b="0" dirty="0"/>
              <a:t>Room is a robust SQL object mapping library</a:t>
            </a:r>
          </a:p>
          <a:p>
            <a:pPr marL="457200" lvl="0" indent="-381000" algn="l" rtl="0">
              <a:lnSpc>
                <a:spcPct val="112000"/>
              </a:lnSpc>
              <a:spcBef>
                <a:spcPts val="4000"/>
              </a:spcBef>
              <a:spcAft>
                <a:spcPts val="0"/>
              </a:spcAft>
              <a:buSzPts val="2400"/>
              <a:buChar char="●"/>
            </a:pPr>
            <a:r>
              <a:rPr lang="en-US" b="0" dirty="0"/>
              <a:t>Generates SQLite Android code</a:t>
            </a:r>
          </a:p>
          <a:p>
            <a:endParaRPr lang="en-US" dirty="0"/>
          </a:p>
        </p:txBody>
      </p:sp>
      <p:pic>
        <p:nvPicPr>
          <p:cNvPr id="5" name="Picture 4" descr="Graphical user interface, text, application, chat or text message&#10;&#10;Description automatically generated">
            <a:extLst>
              <a:ext uri="{FF2B5EF4-FFF2-40B4-BE49-F238E27FC236}">
                <a16:creationId xmlns:a16="http://schemas.microsoft.com/office/drawing/2014/main" id="{C9701EF1-4BD5-4090-9981-27AB7BDAACAB}"/>
              </a:ext>
            </a:extLst>
          </p:cNvPr>
          <p:cNvPicPr>
            <a:picLocks noChangeAspect="1"/>
          </p:cNvPicPr>
          <p:nvPr/>
        </p:nvPicPr>
        <p:blipFill>
          <a:blip r:embed="rId2"/>
          <a:stretch>
            <a:fillRect/>
          </a:stretch>
        </p:blipFill>
        <p:spPr>
          <a:xfrm>
            <a:off x="5043135" y="1143000"/>
            <a:ext cx="3806361" cy="3390900"/>
          </a:xfrm>
          <a:prstGeom prst="rect">
            <a:avLst/>
          </a:prstGeom>
        </p:spPr>
      </p:pic>
    </p:spTree>
    <p:extLst>
      <p:ext uri="{BB962C8B-B14F-4D97-AF65-F5344CB8AC3E}">
        <p14:creationId xmlns:p14="http://schemas.microsoft.com/office/powerpoint/2010/main" val="28271545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A1C40-F501-4846-8053-C723BF1F2D69}"/>
              </a:ext>
            </a:extLst>
          </p:cNvPr>
          <p:cNvSpPr>
            <a:spLocks noGrp="1"/>
          </p:cNvSpPr>
          <p:nvPr>
            <p:ph type="title"/>
          </p:nvPr>
        </p:nvSpPr>
        <p:spPr/>
        <p:txBody>
          <a:bodyPr/>
          <a:lstStyle/>
          <a:p>
            <a:r>
              <a:rPr lang="en-US" dirty="0"/>
              <a:t>Room database</a:t>
            </a:r>
          </a:p>
        </p:txBody>
      </p:sp>
      <p:sp>
        <p:nvSpPr>
          <p:cNvPr id="4" name="Google Shape;410;p44">
            <a:extLst>
              <a:ext uri="{FF2B5EF4-FFF2-40B4-BE49-F238E27FC236}">
                <a16:creationId xmlns:a16="http://schemas.microsoft.com/office/drawing/2014/main" id="{92FA87C4-BE0C-4466-A6CE-AC2D1A7FD6C7}"/>
              </a:ext>
            </a:extLst>
          </p:cNvPr>
          <p:cNvSpPr txBox="1">
            <a:spLocks noGrp="1"/>
          </p:cNvSpPr>
          <p:nvPr>
            <p:ph type="body" idx="1"/>
          </p:nvPr>
        </p:nvSpPr>
        <p:spPr>
          <a:xfrm>
            <a:off x="311700" y="1076275"/>
            <a:ext cx="4471800" cy="3416400"/>
          </a:xfrm>
          <a:prstGeom prst="rect">
            <a:avLst/>
          </a:prstGeom>
        </p:spPr>
        <p:txBody>
          <a:bodyPr spcFirstLastPara="1" wrap="square" lIns="91425" tIns="91425" rIns="91425" bIns="91425" anchor="t" anchorCtr="0">
            <a:noAutofit/>
          </a:bodyPr>
          <a:lstStyle/>
          <a:p>
            <a:pPr marL="457200" lvl="0" indent="-381000" algn="l" rtl="0">
              <a:spcBef>
                <a:spcPts val="1000"/>
              </a:spcBef>
              <a:spcAft>
                <a:spcPts val="0"/>
              </a:spcAft>
              <a:buSzPts val="2400"/>
              <a:buChar char="●"/>
            </a:pPr>
            <a:r>
              <a:rPr lang="en" b="0" dirty="0"/>
              <a:t>Room works with DAO and Entities</a:t>
            </a:r>
            <a:endParaRPr b="0" dirty="0"/>
          </a:p>
          <a:p>
            <a:pPr marL="457200" lvl="0" indent="-381000" algn="l" rtl="0">
              <a:spcBef>
                <a:spcPts val="1000"/>
              </a:spcBef>
              <a:spcAft>
                <a:spcPts val="0"/>
              </a:spcAft>
              <a:buSzPts val="2400"/>
              <a:buChar char="●"/>
            </a:pPr>
            <a:r>
              <a:rPr lang="en" b="0" dirty="0"/>
              <a:t>Entities define the database schema</a:t>
            </a:r>
            <a:endParaRPr b="0" dirty="0"/>
          </a:p>
          <a:p>
            <a:pPr marL="457200" lvl="0" indent="-381000" algn="l" rtl="0">
              <a:spcBef>
                <a:spcPts val="1000"/>
              </a:spcBef>
              <a:spcAft>
                <a:spcPts val="0"/>
              </a:spcAft>
              <a:buSzPts val="2400"/>
              <a:buChar char="●"/>
            </a:pPr>
            <a:r>
              <a:rPr lang="en" b="0" dirty="0"/>
              <a:t>DAO provides methods to access database</a:t>
            </a:r>
            <a:endParaRPr b="0" dirty="0"/>
          </a:p>
        </p:txBody>
      </p:sp>
      <p:sp>
        <p:nvSpPr>
          <p:cNvPr id="12" name="Google Shape;414;p44">
            <a:extLst>
              <a:ext uri="{FF2B5EF4-FFF2-40B4-BE49-F238E27FC236}">
                <a16:creationId xmlns:a16="http://schemas.microsoft.com/office/drawing/2014/main" id="{BACCFD46-190E-4968-879F-A505EB56DFA4}"/>
              </a:ext>
            </a:extLst>
          </p:cNvPr>
          <p:cNvSpPr/>
          <p:nvPr/>
        </p:nvSpPr>
        <p:spPr>
          <a:xfrm>
            <a:off x="4963000" y="1425188"/>
            <a:ext cx="3571800" cy="1409700"/>
          </a:xfrm>
          <a:prstGeom prst="rect">
            <a:avLst/>
          </a:prstGeom>
          <a:solidFill>
            <a:srgbClr val="FF99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15;p44">
            <a:extLst>
              <a:ext uri="{FF2B5EF4-FFF2-40B4-BE49-F238E27FC236}">
                <a16:creationId xmlns:a16="http://schemas.microsoft.com/office/drawing/2014/main" id="{D4C9A432-C360-4F23-BA8C-96312E0D2D71}"/>
              </a:ext>
            </a:extLst>
          </p:cNvPr>
          <p:cNvSpPr/>
          <p:nvPr/>
        </p:nvSpPr>
        <p:spPr>
          <a:xfrm>
            <a:off x="5040125" y="1489863"/>
            <a:ext cx="3429900" cy="1300200"/>
          </a:xfrm>
          <a:prstGeom prst="roundRect">
            <a:avLst>
              <a:gd name="adj" fmla="val 16667"/>
            </a:avLst>
          </a:prstGeom>
          <a:solidFill>
            <a:srgbClr val="EEEEEE"/>
          </a:solidFill>
          <a:ln w="28575" cap="flat" cmpd="sng">
            <a:solidFill>
              <a:srgbClr val="595959"/>
            </a:solidFill>
            <a:prstDash val="solid"/>
            <a:round/>
            <a:headEnd type="none" w="sm" len="sm"/>
            <a:tailEnd type="none" w="sm" len="sm"/>
          </a:ln>
        </p:spPr>
        <p:txBody>
          <a:bodyPr spcFirstLastPara="1" wrap="square" lIns="91425" tIns="91425" rIns="91425" bIns="91425" anchor="t" anchorCtr="0">
            <a:noAutofit/>
          </a:bodyPr>
          <a:lstStyle/>
          <a:p>
            <a:pPr marL="1828800" lvl="0" indent="0" algn="l" rtl="0">
              <a:spcBef>
                <a:spcPts val="0"/>
              </a:spcBef>
              <a:spcAft>
                <a:spcPts val="0"/>
              </a:spcAft>
              <a:buNone/>
            </a:pPr>
            <a:r>
              <a:rPr lang="en" sz="1200" dirty="0">
                <a:solidFill>
                  <a:srgbClr val="404040"/>
                </a:solidFill>
              </a:rPr>
              <a:t>RoomDatabase</a:t>
            </a:r>
            <a:endParaRPr sz="1200" dirty="0">
              <a:solidFill>
                <a:srgbClr val="404040"/>
              </a:solidFill>
            </a:endParaRPr>
          </a:p>
        </p:txBody>
      </p:sp>
      <p:sp>
        <p:nvSpPr>
          <p:cNvPr id="14" name="Google Shape;416;p44">
            <a:extLst>
              <a:ext uri="{FF2B5EF4-FFF2-40B4-BE49-F238E27FC236}">
                <a16:creationId xmlns:a16="http://schemas.microsoft.com/office/drawing/2014/main" id="{D3D06031-7FBE-4409-8EE5-9DFE7A8DF2A0}"/>
              </a:ext>
            </a:extLst>
          </p:cNvPr>
          <p:cNvSpPr/>
          <p:nvPr/>
        </p:nvSpPr>
        <p:spPr>
          <a:xfrm>
            <a:off x="5280950" y="2172063"/>
            <a:ext cx="812700" cy="541800"/>
          </a:xfrm>
          <a:prstGeom prst="flowChartMagneticDisk">
            <a:avLst/>
          </a:prstGeom>
          <a:solidFill>
            <a:srgbClr val="EEEEEE"/>
          </a:solidFill>
          <a:ln w="2857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a:solidFill>
                  <a:srgbClr val="404040"/>
                </a:solidFill>
              </a:rPr>
              <a:t>SQLite</a:t>
            </a:r>
            <a:endParaRPr sz="1200">
              <a:solidFill>
                <a:srgbClr val="404040"/>
              </a:solidFill>
            </a:endParaRPr>
          </a:p>
        </p:txBody>
      </p:sp>
      <p:sp>
        <p:nvSpPr>
          <p:cNvPr id="15" name="Google Shape;417;p44">
            <a:extLst>
              <a:ext uri="{FF2B5EF4-FFF2-40B4-BE49-F238E27FC236}">
                <a16:creationId xmlns:a16="http://schemas.microsoft.com/office/drawing/2014/main" id="{E4F13EB7-F6F8-4808-9E7E-16F54C96B4D8}"/>
              </a:ext>
            </a:extLst>
          </p:cNvPr>
          <p:cNvSpPr/>
          <p:nvPr/>
        </p:nvSpPr>
        <p:spPr>
          <a:xfrm>
            <a:off x="6367575" y="2172663"/>
            <a:ext cx="1776900" cy="540600"/>
          </a:xfrm>
          <a:prstGeom prst="roundRect">
            <a:avLst>
              <a:gd name="adj" fmla="val 16667"/>
            </a:avLst>
          </a:prstGeom>
          <a:solidFill>
            <a:srgbClr val="D9D9D9"/>
          </a:solidFill>
          <a:ln w="2857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DAO</a:t>
            </a:r>
            <a:endParaRPr sz="1200"/>
          </a:p>
        </p:txBody>
      </p:sp>
      <p:sp>
        <p:nvSpPr>
          <p:cNvPr id="16" name="Google Shape;419;p44">
            <a:extLst>
              <a:ext uri="{FF2B5EF4-FFF2-40B4-BE49-F238E27FC236}">
                <a16:creationId xmlns:a16="http://schemas.microsoft.com/office/drawing/2014/main" id="{338C710D-6459-4E14-BC65-9605880846F8}"/>
              </a:ext>
            </a:extLst>
          </p:cNvPr>
          <p:cNvSpPr/>
          <p:nvPr/>
        </p:nvSpPr>
        <p:spPr>
          <a:xfrm>
            <a:off x="5167788" y="1677976"/>
            <a:ext cx="854400" cy="240300"/>
          </a:xfrm>
          <a:prstGeom prst="roundRect">
            <a:avLst>
              <a:gd name="adj" fmla="val 16667"/>
            </a:avLst>
          </a:prstGeom>
          <a:solidFill>
            <a:srgbClr val="CCCCCC"/>
          </a:solidFill>
          <a:ln w="2857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404040"/>
                </a:solidFill>
              </a:rPr>
              <a:t>LiveData</a:t>
            </a:r>
            <a:endParaRPr sz="1200">
              <a:solidFill>
                <a:srgbClr val="404040"/>
              </a:solidFill>
            </a:endParaRPr>
          </a:p>
        </p:txBody>
      </p:sp>
      <p:sp>
        <p:nvSpPr>
          <p:cNvPr id="17" name="Google Shape;420;p44">
            <a:extLst>
              <a:ext uri="{FF2B5EF4-FFF2-40B4-BE49-F238E27FC236}">
                <a16:creationId xmlns:a16="http://schemas.microsoft.com/office/drawing/2014/main" id="{A9D629B2-53B5-40A7-9D05-FCEA4CE4C625}"/>
              </a:ext>
            </a:extLst>
          </p:cNvPr>
          <p:cNvSpPr/>
          <p:nvPr/>
        </p:nvSpPr>
        <p:spPr>
          <a:xfrm>
            <a:off x="5253438" y="1736901"/>
            <a:ext cx="854400" cy="240300"/>
          </a:xfrm>
          <a:prstGeom prst="roundRect">
            <a:avLst>
              <a:gd name="adj" fmla="val 16667"/>
            </a:avLst>
          </a:prstGeom>
          <a:solidFill>
            <a:srgbClr val="CCCCCC"/>
          </a:solidFill>
          <a:ln w="2857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404040"/>
                </a:solidFill>
              </a:rPr>
              <a:t>LiveData</a:t>
            </a:r>
            <a:endParaRPr sz="1200">
              <a:solidFill>
                <a:srgbClr val="404040"/>
              </a:solidFill>
            </a:endParaRPr>
          </a:p>
        </p:txBody>
      </p:sp>
      <p:sp>
        <p:nvSpPr>
          <p:cNvPr id="18" name="Google Shape;421;p44">
            <a:extLst>
              <a:ext uri="{FF2B5EF4-FFF2-40B4-BE49-F238E27FC236}">
                <a16:creationId xmlns:a16="http://schemas.microsoft.com/office/drawing/2014/main" id="{9185385B-5EB4-409D-A416-7FB8A3FD4DFB}"/>
              </a:ext>
            </a:extLst>
          </p:cNvPr>
          <p:cNvSpPr/>
          <p:nvPr/>
        </p:nvSpPr>
        <p:spPr>
          <a:xfrm>
            <a:off x="5352413" y="1802551"/>
            <a:ext cx="854400" cy="240300"/>
          </a:xfrm>
          <a:prstGeom prst="roundRect">
            <a:avLst>
              <a:gd name="adj" fmla="val 16667"/>
            </a:avLst>
          </a:prstGeom>
          <a:solidFill>
            <a:srgbClr val="CCCCCC"/>
          </a:solidFill>
          <a:ln w="2857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a:t>Entity</a:t>
            </a:r>
            <a:endParaRPr sz="1200"/>
          </a:p>
        </p:txBody>
      </p:sp>
      <p:cxnSp>
        <p:nvCxnSpPr>
          <p:cNvPr id="19" name="Google Shape;422;p44">
            <a:extLst>
              <a:ext uri="{FF2B5EF4-FFF2-40B4-BE49-F238E27FC236}">
                <a16:creationId xmlns:a16="http://schemas.microsoft.com/office/drawing/2014/main" id="{F84EBDC2-7E25-4995-A0CE-E8F9F3C0314B}"/>
              </a:ext>
            </a:extLst>
          </p:cNvPr>
          <p:cNvCxnSpPr/>
          <p:nvPr/>
        </p:nvCxnSpPr>
        <p:spPr>
          <a:xfrm>
            <a:off x="6763225" y="1119963"/>
            <a:ext cx="0" cy="1036200"/>
          </a:xfrm>
          <a:prstGeom prst="straightConnector1">
            <a:avLst/>
          </a:prstGeom>
          <a:noFill/>
          <a:ln w="19050" cap="flat" cmpd="sng">
            <a:solidFill>
              <a:srgbClr val="515151"/>
            </a:solidFill>
            <a:prstDash val="solid"/>
            <a:round/>
            <a:headEnd type="none" w="med" len="med"/>
            <a:tailEnd type="triangle" w="med" len="med"/>
          </a:ln>
        </p:spPr>
      </p:cxnSp>
      <p:cxnSp>
        <p:nvCxnSpPr>
          <p:cNvPr id="20" name="Google Shape;423;p44">
            <a:extLst>
              <a:ext uri="{FF2B5EF4-FFF2-40B4-BE49-F238E27FC236}">
                <a16:creationId xmlns:a16="http://schemas.microsoft.com/office/drawing/2014/main" id="{22199086-D95B-4C6C-8308-044DC86C2327}"/>
              </a:ext>
            </a:extLst>
          </p:cNvPr>
          <p:cNvCxnSpPr/>
          <p:nvPr/>
        </p:nvCxnSpPr>
        <p:spPr>
          <a:xfrm rot="10800000">
            <a:off x="6103750" y="2366788"/>
            <a:ext cx="273900" cy="0"/>
          </a:xfrm>
          <a:prstGeom prst="straightConnector1">
            <a:avLst/>
          </a:prstGeom>
          <a:noFill/>
          <a:ln w="19050" cap="flat" cmpd="sng">
            <a:solidFill>
              <a:srgbClr val="515151"/>
            </a:solidFill>
            <a:prstDash val="solid"/>
            <a:round/>
            <a:headEnd type="none" w="med" len="med"/>
            <a:tailEnd type="triangle" w="med" len="med"/>
          </a:ln>
        </p:spPr>
      </p:cxnSp>
      <p:cxnSp>
        <p:nvCxnSpPr>
          <p:cNvPr id="21" name="Google Shape;424;p44">
            <a:extLst>
              <a:ext uri="{FF2B5EF4-FFF2-40B4-BE49-F238E27FC236}">
                <a16:creationId xmlns:a16="http://schemas.microsoft.com/office/drawing/2014/main" id="{17C658F0-B158-4AAC-A15D-34386706C72D}"/>
              </a:ext>
            </a:extLst>
          </p:cNvPr>
          <p:cNvCxnSpPr/>
          <p:nvPr/>
        </p:nvCxnSpPr>
        <p:spPr>
          <a:xfrm rot="10800000">
            <a:off x="6103750" y="2519188"/>
            <a:ext cx="273900" cy="0"/>
          </a:xfrm>
          <a:prstGeom prst="straightConnector1">
            <a:avLst/>
          </a:prstGeom>
          <a:noFill/>
          <a:ln w="19050" cap="flat" cmpd="sng">
            <a:solidFill>
              <a:srgbClr val="515151"/>
            </a:solidFill>
            <a:prstDash val="solid"/>
            <a:round/>
            <a:headEnd type="triangle" w="med" len="med"/>
            <a:tailEnd type="none" w="med" len="med"/>
          </a:ln>
        </p:spPr>
      </p:cxnSp>
      <p:sp>
        <p:nvSpPr>
          <p:cNvPr id="22" name="Google Shape;425;p44">
            <a:extLst>
              <a:ext uri="{FF2B5EF4-FFF2-40B4-BE49-F238E27FC236}">
                <a16:creationId xmlns:a16="http://schemas.microsoft.com/office/drawing/2014/main" id="{8B1CBECD-C2DB-4672-AF0C-687828DEBFB9}"/>
              </a:ext>
            </a:extLst>
          </p:cNvPr>
          <p:cNvSpPr/>
          <p:nvPr/>
        </p:nvSpPr>
        <p:spPr>
          <a:xfrm rot="10800000">
            <a:off x="8515750" y="2037813"/>
            <a:ext cx="861000" cy="204300"/>
          </a:xfrm>
          <a:prstGeom prst="rightArrow">
            <a:avLst>
              <a:gd name="adj1" fmla="val 50000"/>
              <a:gd name="adj2" fmla="val 50000"/>
            </a:avLst>
          </a:prstGeom>
          <a:solidFill>
            <a:srgbClr val="FF99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76241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5A498-381F-4E6D-A8E9-8C8C7FCFA2D1}"/>
              </a:ext>
            </a:extLst>
          </p:cNvPr>
          <p:cNvSpPr>
            <a:spLocks noGrp="1"/>
          </p:cNvSpPr>
          <p:nvPr>
            <p:ph type="title"/>
          </p:nvPr>
        </p:nvSpPr>
        <p:spPr/>
        <p:txBody>
          <a:bodyPr/>
          <a:lstStyle/>
          <a:p>
            <a:r>
              <a:rPr lang="en-US" dirty="0"/>
              <a:t>Using Room database</a:t>
            </a:r>
          </a:p>
        </p:txBody>
      </p:sp>
      <p:sp>
        <p:nvSpPr>
          <p:cNvPr id="3" name="Text Placeholder 2">
            <a:extLst>
              <a:ext uri="{FF2B5EF4-FFF2-40B4-BE49-F238E27FC236}">
                <a16:creationId xmlns:a16="http://schemas.microsoft.com/office/drawing/2014/main" id="{8150926D-7A41-40D0-865D-401DC5EF1C75}"/>
              </a:ext>
            </a:extLst>
          </p:cNvPr>
          <p:cNvSpPr>
            <a:spLocks noGrp="1"/>
          </p:cNvSpPr>
          <p:nvPr>
            <p:ph type="body" idx="1"/>
          </p:nvPr>
        </p:nvSpPr>
        <p:spPr/>
        <p:txBody>
          <a:bodyPr/>
          <a:lstStyle/>
          <a:p>
            <a:r>
              <a:rPr lang="en-US" b="0" dirty="0"/>
              <a:t>Add library</a:t>
            </a:r>
          </a:p>
          <a:p>
            <a:r>
              <a:rPr lang="en-US" b="0" dirty="0"/>
              <a:t>Create Entity</a:t>
            </a:r>
          </a:p>
          <a:p>
            <a:r>
              <a:rPr lang="en-US" b="0" dirty="0"/>
              <a:t>Create DAO</a:t>
            </a:r>
          </a:p>
          <a:p>
            <a:r>
              <a:rPr lang="en-US" b="0" dirty="0"/>
              <a:t>Create Database</a:t>
            </a:r>
          </a:p>
        </p:txBody>
      </p:sp>
    </p:spTree>
    <p:extLst>
      <p:ext uri="{BB962C8B-B14F-4D97-AF65-F5344CB8AC3E}">
        <p14:creationId xmlns:p14="http://schemas.microsoft.com/office/powerpoint/2010/main" val="7218937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B9355-4189-4611-BBCE-B24B2CD15D26}"/>
              </a:ext>
            </a:extLst>
          </p:cNvPr>
          <p:cNvSpPr>
            <a:spLocks noGrp="1"/>
          </p:cNvSpPr>
          <p:nvPr>
            <p:ph type="title"/>
          </p:nvPr>
        </p:nvSpPr>
        <p:spPr/>
        <p:txBody>
          <a:bodyPr/>
          <a:lstStyle/>
          <a:p>
            <a:r>
              <a:rPr lang="en-US" dirty="0"/>
              <a:t>Using Room database</a:t>
            </a:r>
          </a:p>
        </p:txBody>
      </p:sp>
      <p:sp>
        <p:nvSpPr>
          <p:cNvPr id="3" name="Text Placeholder 2">
            <a:extLst>
              <a:ext uri="{FF2B5EF4-FFF2-40B4-BE49-F238E27FC236}">
                <a16:creationId xmlns:a16="http://schemas.microsoft.com/office/drawing/2014/main" id="{F74E6047-BBEA-4942-8F77-598665363C6D}"/>
              </a:ext>
            </a:extLst>
          </p:cNvPr>
          <p:cNvSpPr>
            <a:spLocks noGrp="1"/>
          </p:cNvSpPr>
          <p:nvPr>
            <p:ph type="body" idx="1"/>
          </p:nvPr>
        </p:nvSpPr>
        <p:spPr/>
        <p:txBody>
          <a:bodyPr/>
          <a:lstStyle/>
          <a:p>
            <a:r>
              <a:rPr lang="en-US" dirty="0"/>
              <a:t>Add library</a:t>
            </a:r>
          </a:p>
          <a:p>
            <a:pPr marL="114300" indent="0">
              <a:buNone/>
            </a:pPr>
            <a:endParaRPr lang="en-US" dirty="0"/>
          </a:p>
          <a:p>
            <a:pPr marL="114300" indent="0">
              <a:buNone/>
            </a:pPr>
            <a:endParaRPr lang="en-US" dirty="0"/>
          </a:p>
        </p:txBody>
      </p:sp>
      <p:sp>
        <p:nvSpPr>
          <p:cNvPr id="4" name="Rectangle 1">
            <a:extLst>
              <a:ext uri="{FF2B5EF4-FFF2-40B4-BE49-F238E27FC236}">
                <a16:creationId xmlns:a16="http://schemas.microsoft.com/office/drawing/2014/main" id="{2719B766-A6BC-4D2A-9705-BBC02A38F535}"/>
              </a:ext>
            </a:extLst>
          </p:cNvPr>
          <p:cNvSpPr>
            <a:spLocks noChangeArrowheads="1"/>
          </p:cNvSpPr>
          <p:nvPr/>
        </p:nvSpPr>
        <p:spPr bwMode="auto">
          <a:xfrm>
            <a:off x="493381" y="1843553"/>
            <a:ext cx="8359071" cy="1431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50000"/>
              </a:lnSpc>
              <a:spcBef>
                <a:spcPts val="6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j-lt"/>
              </a:rPr>
              <a:t>     // Room components</a:t>
            </a:r>
            <a:br>
              <a:rPr kumimoji="0" lang="en-US" altLang="en-US" sz="1600" b="0" i="0" u="none" strike="noStrike" cap="none" normalizeH="0" baseline="0" dirty="0">
                <a:ln>
                  <a:noFill/>
                </a:ln>
                <a:solidFill>
                  <a:schemeClr val="tx1"/>
                </a:solidFill>
                <a:effectLst/>
                <a:latin typeface="+mj-lt"/>
              </a:rPr>
            </a:br>
            <a:r>
              <a:rPr kumimoji="0" lang="en-US" altLang="en-US" sz="1600" b="0" i="0" u="none" strike="noStrike" cap="none" normalizeH="0" baseline="0" dirty="0">
                <a:ln>
                  <a:noFill/>
                </a:ln>
                <a:solidFill>
                  <a:schemeClr val="tx1"/>
                </a:solidFill>
                <a:effectLst/>
                <a:latin typeface="+mj-lt"/>
              </a:rPr>
              <a:t>    implementation "</a:t>
            </a:r>
            <a:r>
              <a:rPr kumimoji="0" lang="en-US" altLang="en-US" sz="1600" b="0" i="0" u="none" strike="noStrike" cap="none" normalizeH="0" baseline="0" dirty="0" err="1">
                <a:ln>
                  <a:noFill/>
                </a:ln>
                <a:solidFill>
                  <a:schemeClr val="tx1"/>
                </a:solidFill>
                <a:effectLst/>
                <a:latin typeface="+mj-lt"/>
              </a:rPr>
              <a:t>androidx.room:room-runtime</a:t>
            </a:r>
            <a:r>
              <a:rPr kumimoji="0" lang="en-US" altLang="en-US" sz="1600" b="0" i="0" u="none" strike="noStrike" cap="none" normalizeH="0" baseline="0" dirty="0">
                <a:ln>
                  <a:noFill/>
                </a:ln>
                <a:solidFill>
                  <a:schemeClr val="tx1"/>
                </a:solidFill>
                <a:effectLst/>
                <a:latin typeface="+mj-lt"/>
              </a:rPr>
              <a:t>:$</a:t>
            </a:r>
            <a:r>
              <a:rPr kumimoji="0" lang="en-US" altLang="en-US" sz="1600" b="0" i="0" u="none" strike="noStrike" cap="none" normalizeH="0" baseline="0" dirty="0" err="1">
                <a:ln>
                  <a:noFill/>
                </a:ln>
                <a:solidFill>
                  <a:schemeClr val="tx1"/>
                </a:solidFill>
                <a:effectLst/>
                <a:latin typeface="+mj-lt"/>
              </a:rPr>
              <a:t>rootProject.roomVersion</a:t>
            </a:r>
            <a:r>
              <a:rPr kumimoji="0" lang="en-US" altLang="en-US" sz="1600" b="0" i="0" u="none" strike="noStrike" cap="none" normalizeH="0" baseline="0" dirty="0">
                <a:ln>
                  <a:noFill/>
                </a:ln>
                <a:solidFill>
                  <a:schemeClr val="tx1"/>
                </a:solidFill>
                <a:effectLst/>
                <a:latin typeface="+mj-lt"/>
              </a:rPr>
              <a:t>"</a:t>
            </a:r>
            <a:br>
              <a:rPr kumimoji="0" lang="en-US" altLang="en-US" sz="1600" b="0" i="0" u="none" strike="noStrike" cap="none" normalizeH="0" baseline="0" dirty="0">
                <a:ln>
                  <a:noFill/>
                </a:ln>
                <a:solidFill>
                  <a:schemeClr val="tx1"/>
                </a:solidFill>
                <a:effectLst/>
                <a:latin typeface="+mj-lt"/>
              </a:rPr>
            </a:br>
            <a:r>
              <a:rPr kumimoji="0" lang="en-US" altLang="en-US" sz="1600" b="0" i="0" u="none" strike="noStrike" cap="none" normalizeH="0" baseline="0" dirty="0">
                <a:ln>
                  <a:noFill/>
                </a:ln>
                <a:solidFill>
                  <a:schemeClr val="tx1"/>
                </a:solidFill>
                <a:effectLst/>
                <a:latin typeface="+mj-lt"/>
              </a:rPr>
              <a:t>    </a:t>
            </a:r>
            <a:r>
              <a:rPr kumimoji="0" lang="en-US" altLang="en-US" sz="1600" b="0" i="0" u="none" strike="noStrike" cap="none" normalizeH="0" baseline="0" dirty="0" err="1">
                <a:ln>
                  <a:noFill/>
                </a:ln>
                <a:solidFill>
                  <a:schemeClr val="tx1"/>
                </a:solidFill>
                <a:effectLst/>
                <a:latin typeface="+mj-lt"/>
              </a:rPr>
              <a:t>annotationProcessor</a:t>
            </a:r>
            <a:r>
              <a:rPr kumimoji="0" lang="en-US" altLang="en-US" sz="1600" b="0" i="0" u="none" strike="noStrike" cap="none" normalizeH="0" baseline="0" dirty="0">
                <a:ln>
                  <a:noFill/>
                </a:ln>
                <a:solidFill>
                  <a:schemeClr val="tx1"/>
                </a:solidFill>
                <a:effectLst/>
                <a:latin typeface="+mj-lt"/>
              </a:rPr>
              <a:t> "</a:t>
            </a:r>
            <a:r>
              <a:rPr kumimoji="0" lang="en-US" altLang="en-US" sz="1600" b="0" i="0" u="none" strike="noStrike" cap="none" normalizeH="0" baseline="0" dirty="0" err="1">
                <a:ln>
                  <a:noFill/>
                </a:ln>
                <a:solidFill>
                  <a:schemeClr val="tx1"/>
                </a:solidFill>
                <a:effectLst/>
                <a:latin typeface="+mj-lt"/>
              </a:rPr>
              <a:t>androidx.room:room-compiler</a:t>
            </a:r>
            <a:r>
              <a:rPr kumimoji="0" lang="en-US" altLang="en-US" sz="1600" b="0" i="0" u="none" strike="noStrike" cap="none" normalizeH="0" baseline="0" dirty="0">
                <a:ln>
                  <a:noFill/>
                </a:ln>
                <a:solidFill>
                  <a:schemeClr val="tx1"/>
                </a:solidFill>
                <a:effectLst/>
                <a:latin typeface="+mj-lt"/>
              </a:rPr>
              <a:t>:$</a:t>
            </a:r>
            <a:r>
              <a:rPr kumimoji="0" lang="en-US" altLang="en-US" sz="1600" b="0" i="0" u="none" strike="noStrike" cap="none" normalizeH="0" baseline="0" dirty="0" err="1">
                <a:ln>
                  <a:noFill/>
                </a:ln>
                <a:solidFill>
                  <a:schemeClr val="tx1"/>
                </a:solidFill>
                <a:effectLst/>
                <a:latin typeface="+mj-lt"/>
              </a:rPr>
              <a:t>rootProject.roomVersion</a:t>
            </a:r>
            <a:r>
              <a:rPr kumimoji="0" lang="en-US" altLang="en-US" sz="1600" b="0" i="0" u="none" strike="noStrike" cap="none" normalizeH="0" baseline="0" dirty="0">
                <a:ln>
                  <a:noFill/>
                </a:ln>
                <a:solidFill>
                  <a:schemeClr val="tx1"/>
                </a:solidFill>
                <a:effectLst/>
                <a:latin typeface="+mj-lt"/>
              </a:rPr>
              <a:t>"</a:t>
            </a:r>
            <a:br>
              <a:rPr kumimoji="0" lang="en-US" altLang="en-US" sz="1600" b="0" i="0" u="none" strike="noStrike" cap="none" normalizeH="0" baseline="0" dirty="0">
                <a:ln>
                  <a:noFill/>
                </a:ln>
                <a:solidFill>
                  <a:schemeClr val="tx1"/>
                </a:solidFill>
                <a:effectLst/>
                <a:latin typeface="+mj-lt"/>
              </a:rPr>
            </a:br>
            <a:r>
              <a:rPr kumimoji="0" lang="en-US" altLang="en-US" sz="1600" b="0" i="0" u="none" strike="noStrike" cap="none" normalizeH="0" baseline="0" dirty="0">
                <a:ln>
                  <a:noFill/>
                </a:ln>
                <a:solidFill>
                  <a:schemeClr val="tx1"/>
                </a:solidFill>
                <a:effectLst/>
                <a:latin typeface="+mj-lt"/>
              </a:rPr>
              <a:t>    </a:t>
            </a:r>
            <a:r>
              <a:rPr kumimoji="0" lang="en-US" altLang="en-US" sz="1600" b="0" i="0" u="none" strike="noStrike" cap="none" normalizeH="0" baseline="0" dirty="0" err="1">
                <a:ln>
                  <a:noFill/>
                </a:ln>
                <a:solidFill>
                  <a:schemeClr val="tx1"/>
                </a:solidFill>
                <a:effectLst/>
                <a:latin typeface="+mj-lt"/>
              </a:rPr>
              <a:t>androidTestImplementation</a:t>
            </a:r>
            <a:r>
              <a:rPr kumimoji="0" lang="en-US" altLang="en-US" sz="1600" b="0" i="0" u="none" strike="noStrike" cap="none" normalizeH="0" baseline="0" dirty="0">
                <a:ln>
                  <a:noFill/>
                </a:ln>
                <a:solidFill>
                  <a:schemeClr val="tx1"/>
                </a:solidFill>
                <a:effectLst/>
                <a:latin typeface="+mj-lt"/>
              </a:rPr>
              <a:t> "</a:t>
            </a:r>
            <a:r>
              <a:rPr kumimoji="0" lang="en-US" altLang="en-US" sz="1600" b="0" i="0" u="none" strike="noStrike" cap="none" normalizeH="0" baseline="0" dirty="0" err="1">
                <a:ln>
                  <a:noFill/>
                </a:ln>
                <a:solidFill>
                  <a:schemeClr val="tx1"/>
                </a:solidFill>
                <a:effectLst/>
                <a:latin typeface="+mj-lt"/>
              </a:rPr>
              <a:t>androidx.room:room-testing</a:t>
            </a:r>
            <a:r>
              <a:rPr kumimoji="0" lang="en-US" altLang="en-US" sz="1600" b="0" i="0" u="none" strike="noStrike" cap="none" normalizeH="0" baseline="0" dirty="0">
                <a:ln>
                  <a:noFill/>
                </a:ln>
                <a:solidFill>
                  <a:schemeClr val="tx1"/>
                </a:solidFill>
                <a:effectLst/>
                <a:latin typeface="+mj-lt"/>
              </a:rPr>
              <a:t>:$</a:t>
            </a:r>
            <a:r>
              <a:rPr kumimoji="0" lang="en-US" altLang="en-US" sz="1600" b="0" i="0" u="none" strike="noStrike" cap="none" normalizeH="0" baseline="0" dirty="0" err="1">
                <a:ln>
                  <a:noFill/>
                </a:ln>
                <a:solidFill>
                  <a:schemeClr val="tx1"/>
                </a:solidFill>
                <a:effectLst/>
                <a:latin typeface="+mj-lt"/>
              </a:rPr>
              <a:t>rootProject.roomVersion</a:t>
            </a:r>
            <a:r>
              <a:rPr kumimoji="0" lang="en-US" altLang="en-US" sz="1600" b="0" i="0" u="none" strike="noStrike" cap="none" normalizeH="0" baseline="0" dirty="0">
                <a:ln>
                  <a:noFill/>
                </a:ln>
                <a:solidFill>
                  <a:schemeClr val="tx1"/>
                </a:solidFill>
                <a:effectLst/>
                <a:latin typeface="+mj-lt"/>
              </a:rPr>
              <a:t>" </a:t>
            </a:r>
          </a:p>
        </p:txBody>
      </p:sp>
    </p:spTree>
    <p:extLst>
      <p:ext uri="{BB962C8B-B14F-4D97-AF65-F5344CB8AC3E}">
        <p14:creationId xmlns:p14="http://schemas.microsoft.com/office/powerpoint/2010/main" val="9894749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88B65-1A37-4D30-86A6-15892C5A43A8}"/>
              </a:ext>
            </a:extLst>
          </p:cNvPr>
          <p:cNvSpPr>
            <a:spLocks noGrp="1"/>
          </p:cNvSpPr>
          <p:nvPr>
            <p:ph type="title"/>
          </p:nvPr>
        </p:nvSpPr>
        <p:spPr/>
        <p:txBody>
          <a:bodyPr/>
          <a:lstStyle/>
          <a:p>
            <a:r>
              <a:rPr lang="en-US" dirty="0"/>
              <a:t>Using Room database</a:t>
            </a:r>
          </a:p>
        </p:txBody>
      </p:sp>
      <p:sp>
        <p:nvSpPr>
          <p:cNvPr id="3" name="Text Placeholder 2">
            <a:extLst>
              <a:ext uri="{FF2B5EF4-FFF2-40B4-BE49-F238E27FC236}">
                <a16:creationId xmlns:a16="http://schemas.microsoft.com/office/drawing/2014/main" id="{E62B689E-F3B9-45EE-9D1D-452D393D8B60}"/>
              </a:ext>
            </a:extLst>
          </p:cNvPr>
          <p:cNvSpPr>
            <a:spLocks noGrp="1"/>
          </p:cNvSpPr>
          <p:nvPr>
            <p:ph type="body" idx="1"/>
          </p:nvPr>
        </p:nvSpPr>
        <p:spPr/>
        <p:txBody>
          <a:bodyPr/>
          <a:lstStyle/>
          <a:p>
            <a:r>
              <a:rPr lang="en-US" dirty="0"/>
              <a:t>Create Entity</a:t>
            </a:r>
          </a:p>
          <a:p>
            <a:endParaRPr lang="en-US" dirty="0"/>
          </a:p>
        </p:txBody>
      </p:sp>
      <p:pic>
        <p:nvPicPr>
          <p:cNvPr id="5" name="Picture 4" descr="Table&#10;&#10;Description automatically generated">
            <a:extLst>
              <a:ext uri="{FF2B5EF4-FFF2-40B4-BE49-F238E27FC236}">
                <a16:creationId xmlns:a16="http://schemas.microsoft.com/office/drawing/2014/main" id="{99A241DE-466C-4A0F-83F9-3B5B34813E9C}"/>
              </a:ext>
            </a:extLst>
          </p:cNvPr>
          <p:cNvPicPr>
            <a:picLocks noChangeAspect="1"/>
          </p:cNvPicPr>
          <p:nvPr/>
        </p:nvPicPr>
        <p:blipFill>
          <a:blip r:embed="rId2"/>
          <a:stretch>
            <a:fillRect/>
          </a:stretch>
        </p:blipFill>
        <p:spPr>
          <a:xfrm>
            <a:off x="5754170" y="1638434"/>
            <a:ext cx="3074810" cy="1919500"/>
          </a:xfrm>
          <a:prstGeom prst="rect">
            <a:avLst/>
          </a:prstGeom>
        </p:spPr>
      </p:pic>
      <p:pic>
        <p:nvPicPr>
          <p:cNvPr id="7" name="Picture 6" descr="Graphical user interface, text, application, chat or text message&#10;&#10;Description automatically generated">
            <a:extLst>
              <a:ext uri="{FF2B5EF4-FFF2-40B4-BE49-F238E27FC236}">
                <a16:creationId xmlns:a16="http://schemas.microsoft.com/office/drawing/2014/main" id="{F9478983-6E4E-4437-A021-6D53C5BB5A06}"/>
              </a:ext>
            </a:extLst>
          </p:cNvPr>
          <p:cNvPicPr>
            <a:picLocks noChangeAspect="1"/>
          </p:cNvPicPr>
          <p:nvPr/>
        </p:nvPicPr>
        <p:blipFill>
          <a:blip r:embed="rId3"/>
          <a:stretch>
            <a:fillRect/>
          </a:stretch>
        </p:blipFill>
        <p:spPr>
          <a:xfrm>
            <a:off x="539261" y="1685842"/>
            <a:ext cx="5186925" cy="2635747"/>
          </a:xfrm>
          <a:prstGeom prst="rect">
            <a:avLst/>
          </a:prstGeom>
        </p:spPr>
      </p:pic>
    </p:spTree>
    <p:extLst>
      <p:ext uri="{BB962C8B-B14F-4D97-AF65-F5344CB8AC3E}">
        <p14:creationId xmlns:p14="http://schemas.microsoft.com/office/powerpoint/2010/main" val="27525333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27ABD-5283-40DE-9C28-BF3B669F2CD0}"/>
              </a:ext>
            </a:extLst>
          </p:cNvPr>
          <p:cNvSpPr>
            <a:spLocks noGrp="1"/>
          </p:cNvSpPr>
          <p:nvPr>
            <p:ph type="title"/>
          </p:nvPr>
        </p:nvSpPr>
        <p:spPr/>
        <p:txBody>
          <a:bodyPr/>
          <a:lstStyle/>
          <a:p>
            <a:r>
              <a:rPr lang="en-US" dirty="0"/>
              <a:t>Using Room database</a:t>
            </a:r>
          </a:p>
        </p:txBody>
      </p:sp>
      <p:sp>
        <p:nvSpPr>
          <p:cNvPr id="3" name="Text Placeholder 2">
            <a:extLst>
              <a:ext uri="{FF2B5EF4-FFF2-40B4-BE49-F238E27FC236}">
                <a16:creationId xmlns:a16="http://schemas.microsoft.com/office/drawing/2014/main" id="{C0222022-FEAA-458E-ADDA-42CCF600334C}"/>
              </a:ext>
            </a:extLst>
          </p:cNvPr>
          <p:cNvSpPr>
            <a:spLocks noGrp="1"/>
          </p:cNvSpPr>
          <p:nvPr>
            <p:ph type="body" idx="1"/>
          </p:nvPr>
        </p:nvSpPr>
        <p:spPr/>
        <p:txBody>
          <a:bodyPr/>
          <a:lstStyle/>
          <a:p>
            <a:r>
              <a:rPr lang="en-US" dirty="0"/>
              <a:t>Create DAO</a:t>
            </a:r>
          </a:p>
        </p:txBody>
      </p:sp>
      <p:pic>
        <p:nvPicPr>
          <p:cNvPr id="5" name="Picture 4" descr="Graphical user interface, text, application, email&#10;&#10;Description automatically generated">
            <a:extLst>
              <a:ext uri="{FF2B5EF4-FFF2-40B4-BE49-F238E27FC236}">
                <a16:creationId xmlns:a16="http://schemas.microsoft.com/office/drawing/2014/main" id="{3511F347-7484-45D7-8749-99ADECA90715}"/>
              </a:ext>
            </a:extLst>
          </p:cNvPr>
          <p:cNvPicPr>
            <a:picLocks noChangeAspect="1"/>
          </p:cNvPicPr>
          <p:nvPr/>
        </p:nvPicPr>
        <p:blipFill>
          <a:blip r:embed="rId2"/>
          <a:stretch>
            <a:fillRect/>
          </a:stretch>
        </p:blipFill>
        <p:spPr>
          <a:xfrm>
            <a:off x="1066800" y="1692382"/>
            <a:ext cx="6507769" cy="3129147"/>
          </a:xfrm>
          <a:prstGeom prst="rect">
            <a:avLst/>
          </a:prstGeom>
        </p:spPr>
      </p:pic>
    </p:spTree>
    <p:extLst>
      <p:ext uri="{BB962C8B-B14F-4D97-AF65-F5344CB8AC3E}">
        <p14:creationId xmlns:p14="http://schemas.microsoft.com/office/powerpoint/2010/main" val="4159133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5FFD5-5742-4121-A385-B51E32027424}"/>
              </a:ext>
            </a:extLst>
          </p:cNvPr>
          <p:cNvSpPr>
            <a:spLocks noGrp="1"/>
          </p:cNvSpPr>
          <p:nvPr>
            <p:ph type="title"/>
          </p:nvPr>
        </p:nvSpPr>
        <p:spPr/>
        <p:txBody>
          <a:bodyPr/>
          <a:lstStyle/>
          <a:p>
            <a:r>
              <a:rPr lang="en-US" dirty="0"/>
              <a:t>Using Room database</a:t>
            </a:r>
          </a:p>
        </p:txBody>
      </p:sp>
      <p:sp>
        <p:nvSpPr>
          <p:cNvPr id="3" name="Text Placeholder 2">
            <a:extLst>
              <a:ext uri="{FF2B5EF4-FFF2-40B4-BE49-F238E27FC236}">
                <a16:creationId xmlns:a16="http://schemas.microsoft.com/office/drawing/2014/main" id="{678B91DC-B76A-40BE-BF37-84F21A448E86}"/>
              </a:ext>
            </a:extLst>
          </p:cNvPr>
          <p:cNvSpPr>
            <a:spLocks noGrp="1"/>
          </p:cNvSpPr>
          <p:nvPr>
            <p:ph type="body" idx="1"/>
          </p:nvPr>
        </p:nvSpPr>
        <p:spPr/>
        <p:txBody>
          <a:bodyPr/>
          <a:lstStyle/>
          <a:p>
            <a:r>
              <a:rPr lang="en-US" dirty="0"/>
              <a:t>Create database</a:t>
            </a:r>
          </a:p>
          <a:p>
            <a:pPr lvl="1"/>
            <a:r>
              <a:rPr lang="en-US" sz="1200" dirty="0">
                <a:solidFill>
                  <a:srgbClr val="000000"/>
                </a:solidFill>
              </a:rPr>
              <a:t>Create public abstract class extending </a:t>
            </a:r>
            <a:r>
              <a:rPr lang="en-US" sz="1200" dirty="0" err="1">
                <a:solidFill>
                  <a:srgbClr val="000000"/>
                </a:solidFill>
                <a:latin typeface="Consolas"/>
                <a:ea typeface="Consolas"/>
                <a:cs typeface="Consolas"/>
                <a:sym typeface="Consolas"/>
              </a:rPr>
              <a:t>RoomDatabase</a:t>
            </a:r>
            <a:endParaRPr lang="en-US" sz="1200" dirty="0">
              <a:solidFill>
                <a:srgbClr val="000000"/>
              </a:solidFill>
              <a:latin typeface="Consolas"/>
              <a:ea typeface="Consolas"/>
              <a:cs typeface="Consolas"/>
              <a:sym typeface="Consolas"/>
            </a:endParaRPr>
          </a:p>
          <a:p>
            <a:pPr lvl="1"/>
            <a:r>
              <a:rPr lang="en-US" sz="1200" dirty="0">
                <a:solidFill>
                  <a:schemeClr val="dk1"/>
                </a:solidFill>
              </a:rPr>
              <a:t>Annotate as </a:t>
            </a:r>
            <a:r>
              <a:rPr lang="en-US" sz="1200" dirty="0">
                <a:solidFill>
                  <a:schemeClr val="dk1"/>
                </a:solidFill>
                <a:latin typeface="Consolas"/>
                <a:ea typeface="Consolas"/>
                <a:cs typeface="Consolas"/>
                <a:sym typeface="Consolas"/>
              </a:rPr>
              <a:t>@Database</a:t>
            </a:r>
          </a:p>
          <a:p>
            <a:pPr lvl="1"/>
            <a:r>
              <a:rPr lang="en-US" sz="1200" dirty="0">
                <a:solidFill>
                  <a:schemeClr val="dk1"/>
                </a:solidFill>
              </a:rPr>
              <a:t>Declare entities for database schema </a:t>
            </a:r>
            <a:br>
              <a:rPr lang="en-US" sz="1200" dirty="0">
                <a:solidFill>
                  <a:schemeClr val="dk1"/>
                </a:solidFill>
              </a:rPr>
            </a:br>
            <a:r>
              <a:rPr lang="en-US" sz="1200" dirty="0">
                <a:solidFill>
                  <a:schemeClr val="dk1"/>
                </a:solidFill>
              </a:rPr>
              <a:t>and set version number</a:t>
            </a:r>
          </a:p>
          <a:p>
            <a:pPr marL="231775" lvl="1" indent="0">
              <a:buNone/>
            </a:pPr>
            <a:endParaRPr lang="en-US" sz="12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US" sz="1800" dirty="0">
                <a:solidFill>
                  <a:schemeClr val="dk1"/>
                </a:solidFill>
                <a:ea typeface="Consolas"/>
                <a:sym typeface="Consolas"/>
              </a:rPr>
              <a:t>     @Database(entities = {</a:t>
            </a:r>
            <a:r>
              <a:rPr lang="en-US" sz="1800" dirty="0" err="1">
                <a:solidFill>
                  <a:schemeClr val="dk1"/>
                </a:solidFill>
                <a:ea typeface="Consolas"/>
                <a:sym typeface="Consolas"/>
              </a:rPr>
              <a:t>Word.class</a:t>
            </a:r>
            <a:r>
              <a:rPr lang="en-US" sz="1800" dirty="0">
                <a:solidFill>
                  <a:schemeClr val="dk1"/>
                </a:solidFill>
                <a:ea typeface="Consolas"/>
                <a:sym typeface="Consolas"/>
              </a:rPr>
              <a:t>}, version = 1)</a:t>
            </a:r>
          </a:p>
          <a:p>
            <a:pPr marL="0" lvl="0" indent="0" algn="l" rtl="0">
              <a:lnSpc>
                <a:spcPct val="100000"/>
              </a:lnSpc>
              <a:spcBef>
                <a:spcPts val="1000"/>
              </a:spcBef>
              <a:spcAft>
                <a:spcPts val="0"/>
              </a:spcAft>
              <a:buNone/>
            </a:pPr>
            <a:r>
              <a:rPr lang="en-US" sz="1800" dirty="0">
                <a:solidFill>
                  <a:schemeClr val="dk1"/>
                </a:solidFill>
                <a:ea typeface="Consolas"/>
                <a:sym typeface="Consolas"/>
              </a:rPr>
              <a:t>     public abstract class </a:t>
            </a:r>
            <a:r>
              <a:rPr lang="en-US" sz="1800" dirty="0" err="1">
                <a:solidFill>
                  <a:schemeClr val="dk1"/>
                </a:solidFill>
                <a:ea typeface="Consolas"/>
                <a:sym typeface="Consolas"/>
              </a:rPr>
              <a:t>WordRoomDatabase</a:t>
            </a:r>
            <a:r>
              <a:rPr lang="en-US" sz="1800" dirty="0">
                <a:solidFill>
                  <a:schemeClr val="dk1"/>
                </a:solidFill>
                <a:ea typeface="Consolas"/>
                <a:sym typeface="Consolas"/>
              </a:rPr>
              <a:t> extends </a:t>
            </a:r>
            <a:r>
              <a:rPr lang="en-US" sz="1800" dirty="0" err="1">
                <a:solidFill>
                  <a:schemeClr val="dk1"/>
                </a:solidFill>
                <a:ea typeface="Consolas"/>
                <a:sym typeface="Consolas"/>
              </a:rPr>
              <a:t>RoomDatabase</a:t>
            </a:r>
            <a:r>
              <a:rPr lang="en-US" sz="1800" dirty="0"/>
              <a:t>    </a:t>
            </a:r>
            <a:r>
              <a:rPr lang="en-US" dirty="0"/>
              <a:t>                                                                                               </a:t>
            </a:r>
          </a:p>
        </p:txBody>
      </p:sp>
    </p:spTree>
    <p:extLst>
      <p:ext uri="{BB962C8B-B14F-4D97-AF65-F5344CB8AC3E}">
        <p14:creationId xmlns:p14="http://schemas.microsoft.com/office/powerpoint/2010/main" val="7542120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6F8C7-644D-40DF-A563-A842A3F282C9}"/>
              </a:ext>
            </a:extLst>
          </p:cNvPr>
          <p:cNvSpPr>
            <a:spLocks noGrp="1"/>
          </p:cNvSpPr>
          <p:nvPr>
            <p:ph type="title"/>
          </p:nvPr>
        </p:nvSpPr>
        <p:spPr/>
        <p:txBody>
          <a:bodyPr/>
          <a:lstStyle/>
          <a:p>
            <a:r>
              <a:rPr lang="en-US" dirty="0"/>
              <a:t>Using Room database</a:t>
            </a:r>
          </a:p>
        </p:txBody>
      </p:sp>
      <p:sp>
        <p:nvSpPr>
          <p:cNvPr id="4" name="Google Shape;438;p46">
            <a:extLst>
              <a:ext uri="{FF2B5EF4-FFF2-40B4-BE49-F238E27FC236}">
                <a16:creationId xmlns:a16="http://schemas.microsoft.com/office/drawing/2014/main" id="{355AADC1-1BFF-42EF-829E-D6A2F9CA30AE}"/>
              </a:ext>
            </a:extLst>
          </p:cNvPr>
          <p:cNvSpPr txBox="1">
            <a:spLocks noGrp="1"/>
          </p:cNvSpPr>
          <p:nvPr>
            <p:ph type="body" idx="1"/>
          </p:nvPr>
        </p:nvSpPr>
        <p:spPr>
          <a:xfrm>
            <a:off x="311700" y="1370450"/>
            <a:ext cx="6776100" cy="3336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2000" dirty="0">
                <a:solidFill>
                  <a:srgbClr val="000000"/>
                </a:solidFill>
                <a:ea typeface="Consolas"/>
                <a:sym typeface="Consolas"/>
              </a:rPr>
              <a:t>@Database(entities = {Word.class}, version = 1)</a:t>
            </a:r>
            <a:endParaRPr sz="2000" dirty="0">
              <a:solidFill>
                <a:srgbClr val="000000"/>
              </a:solidFill>
              <a:ea typeface="Consolas"/>
              <a:sym typeface="Consolas"/>
            </a:endParaRPr>
          </a:p>
          <a:p>
            <a:pPr marL="0" lvl="0" indent="0" algn="l" rtl="0">
              <a:lnSpc>
                <a:spcPct val="100000"/>
              </a:lnSpc>
              <a:spcBef>
                <a:spcPts val="1000"/>
              </a:spcBef>
              <a:spcAft>
                <a:spcPts val="0"/>
              </a:spcAft>
              <a:buClr>
                <a:schemeClr val="dk1"/>
              </a:buClr>
              <a:buSzPts val="1100"/>
              <a:buFont typeface="Arial"/>
              <a:buNone/>
            </a:pPr>
            <a:r>
              <a:rPr lang="en" sz="2000" dirty="0">
                <a:solidFill>
                  <a:srgbClr val="000000"/>
                </a:solidFill>
                <a:ea typeface="Consolas"/>
                <a:sym typeface="Consolas"/>
              </a:rPr>
              <a:t>public abstract class WordRoomDatabase </a:t>
            </a:r>
            <a:endParaRPr sz="2000" dirty="0">
              <a:solidFill>
                <a:srgbClr val="000000"/>
              </a:solidFill>
              <a:ea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2000" dirty="0">
                <a:solidFill>
                  <a:srgbClr val="000000"/>
                </a:solidFill>
                <a:ea typeface="Consolas"/>
                <a:sym typeface="Consolas"/>
              </a:rPr>
              <a:t>                      extends RoomDatabase { </a:t>
            </a:r>
            <a:endParaRPr sz="2000" dirty="0">
              <a:solidFill>
                <a:srgbClr val="000000"/>
              </a:solidFill>
              <a:ea typeface="Consolas"/>
              <a:sym typeface="Consolas"/>
            </a:endParaRPr>
          </a:p>
          <a:p>
            <a:pPr marL="0" lvl="0" indent="0" algn="l" rtl="0">
              <a:lnSpc>
                <a:spcPct val="100000"/>
              </a:lnSpc>
              <a:spcBef>
                <a:spcPts val="3000"/>
              </a:spcBef>
              <a:spcAft>
                <a:spcPts val="0"/>
              </a:spcAft>
              <a:buClr>
                <a:schemeClr val="dk1"/>
              </a:buClr>
              <a:buSzPts val="1100"/>
              <a:buFont typeface="Arial"/>
              <a:buNone/>
            </a:pPr>
            <a:r>
              <a:rPr lang="en" sz="2000" dirty="0">
                <a:solidFill>
                  <a:srgbClr val="000000"/>
                </a:solidFill>
                <a:ea typeface="Consolas"/>
                <a:sym typeface="Consolas"/>
              </a:rPr>
              <a:t>   public abstract WordDao wordDao();</a:t>
            </a:r>
            <a:endParaRPr sz="2000" dirty="0">
              <a:solidFill>
                <a:srgbClr val="000000"/>
              </a:solidFill>
              <a:ea typeface="Consolas"/>
              <a:sym typeface="Consolas"/>
            </a:endParaRPr>
          </a:p>
          <a:p>
            <a:pPr marL="0" lvl="0" indent="0" algn="l" rtl="0">
              <a:lnSpc>
                <a:spcPct val="100000"/>
              </a:lnSpc>
              <a:spcBef>
                <a:spcPts val="0"/>
              </a:spcBef>
              <a:spcAft>
                <a:spcPts val="0"/>
              </a:spcAft>
              <a:buClr>
                <a:schemeClr val="dk1"/>
              </a:buClr>
              <a:buSzPts val="1100"/>
              <a:buFont typeface="Arial"/>
              <a:buNone/>
            </a:pPr>
            <a:endParaRPr sz="2000" dirty="0">
              <a:solidFill>
                <a:srgbClr val="000000"/>
              </a:solidFill>
              <a:ea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2000" dirty="0">
                <a:solidFill>
                  <a:srgbClr val="000000"/>
                </a:solidFill>
                <a:ea typeface="Consolas"/>
                <a:sym typeface="Consolas"/>
              </a:rPr>
              <a:t>   private static WordRoomDatabase INSTANCE;</a:t>
            </a:r>
            <a:endParaRPr sz="2000" dirty="0">
              <a:solidFill>
                <a:srgbClr val="000000"/>
              </a:solidFill>
              <a:ea typeface="Consolas"/>
              <a:sym typeface="Consolas"/>
            </a:endParaRPr>
          </a:p>
          <a:p>
            <a:pPr marL="0" lvl="0" indent="0" algn="l" rtl="0">
              <a:lnSpc>
                <a:spcPct val="100000"/>
              </a:lnSpc>
              <a:spcBef>
                <a:spcPts val="0"/>
              </a:spcBef>
              <a:spcAft>
                <a:spcPts val="0"/>
              </a:spcAft>
              <a:buClr>
                <a:schemeClr val="dk1"/>
              </a:buClr>
              <a:buSzPts val="1100"/>
              <a:buFont typeface="Arial"/>
              <a:buNone/>
            </a:pPr>
            <a:endParaRPr sz="2000" dirty="0">
              <a:solidFill>
                <a:srgbClr val="000000"/>
              </a:solidFill>
              <a:ea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2000" dirty="0">
                <a:solidFill>
                  <a:srgbClr val="000000"/>
                </a:solidFill>
                <a:ea typeface="Consolas"/>
                <a:sym typeface="Consolas"/>
              </a:rPr>
              <a:t>   // ... create instance here</a:t>
            </a:r>
            <a:endParaRPr sz="2000" dirty="0">
              <a:solidFill>
                <a:srgbClr val="000000"/>
              </a:solidFill>
              <a:ea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2000" dirty="0">
                <a:solidFill>
                  <a:srgbClr val="000000"/>
                </a:solidFill>
                <a:ea typeface="Consolas"/>
                <a:sym typeface="Consolas"/>
              </a:rPr>
              <a:t>}</a:t>
            </a:r>
            <a:endParaRPr sz="2000" dirty="0">
              <a:solidFill>
                <a:srgbClr val="000000"/>
              </a:solidFill>
              <a:ea typeface="Consolas"/>
              <a:sym typeface="Consolas"/>
            </a:endParaRPr>
          </a:p>
        </p:txBody>
      </p:sp>
      <p:grpSp>
        <p:nvGrpSpPr>
          <p:cNvPr id="5" name="Google Shape;440;p46">
            <a:extLst>
              <a:ext uri="{FF2B5EF4-FFF2-40B4-BE49-F238E27FC236}">
                <a16:creationId xmlns:a16="http://schemas.microsoft.com/office/drawing/2014/main" id="{E5D25391-2C82-4F94-AB20-CB6B1FA97E87}"/>
              </a:ext>
            </a:extLst>
          </p:cNvPr>
          <p:cNvGrpSpPr/>
          <p:nvPr/>
        </p:nvGrpSpPr>
        <p:grpSpPr>
          <a:xfrm>
            <a:off x="7151188" y="3099050"/>
            <a:ext cx="1857375" cy="1543050"/>
            <a:chOff x="7151188" y="2489450"/>
            <a:chExt cx="1857375" cy="1543050"/>
          </a:xfrm>
        </p:grpSpPr>
        <p:pic>
          <p:nvPicPr>
            <p:cNvPr id="6" name="Google Shape;441;p46">
              <a:extLst>
                <a:ext uri="{FF2B5EF4-FFF2-40B4-BE49-F238E27FC236}">
                  <a16:creationId xmlns:a16="http://schemas.microsoft.com/office/drawing/2014/main" id="{D114BBCF-950E-4271-B667-4B67283FCF75}"/>
                </a:ext>
              </a:extLst>
            </p:cNvPr>
            <p:cNvPicPr preferRelativeResize="0"/>
            <p:nvPr/>
          </p:nvPicPr>
          <p:blipFill>
            <a:blip r:embed="rId2">
              <a:alphaModFix/>
            </a:blip>
            <a:stretch>
              <a:fillRect/>
            </a:stretch>
          </p:blipFill>
          <p:spPr>
            <a:xfrm>
              <a:off x="7151188" y="2489450"/>
              <a:ext cx="1857375" cy="1543050"/>
            </a:xfrm>
            <a:prstGeom prst="rect">
              <a:avLst/>
            </a:prstGeom>
            <a:noFill/>
            <a:ln>
              <a:noFill/>
            </a:ln>
          </p:spPr>
        </p:pic>
        <p:sp>
          <p:nvSpPr>
            <p:cNvPr id="7" name="Google Shape;442;p46">
              <a:extLst>
                <a:ext uri="{FF2B5EF4-FFF2-40B4-BE49-F238E27FC236}">
                  <a16:creationId xmlns:a16="http://schemas.microsoft.com/office/drawing/2014/main" id="{22FAAAC0-C209-43B6-8184-3A021C1F3EC1}"/>
                </a:ext>
              </a:extLst>
            </p:cNvPr>
            <p:cNvSpPr txBox="1"/>
            <p:nvPr/>
          </p:nvSpPr>
          <p:spPr>
            <a:xfrm>
              <a:off x="7355200" y="2540900"/>
              <a:ext cx="1553400" cy="147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i="1">
                  <a:latin typeface="Roboto"/>
                  <a:ea typeface="Roboto"/>
                  <a:cs typeface="Roboto"/>
                  <a:sym typeface="Roboto"/>
                </a:rPr>
                <a:t>Create database as singleton instance</a:t>
              </a:r>
              <a:endParaRPr sz="2000" i="1">
                <a:latin typeface="Roboto"/>
                <a:ea typeface="Roboto"/>
                <a:cs typeface="Roboto"/>
                <a:sym typeface="Roboto"/>
              </a:endParaRPr>
            </a:p>
          </p:txBody>
        </p:sp>
      </p:grpSp>
      <p:sp>
        <p:nvSpPr>
          <p:cNvPr id="8" name="Google Shape;443;p46">
            <a:extLst>
              <a:ext uri="{FF2B5EF4-FFF2-40B4-BE49-F238E27FC236}">
                <a16:creationId xmlns:a16="http://schemas.microsoft.com/office/drawing/2014/main" id="{E369C1DB-053E-4744-913D-2E4BC377A13D}"/>
              </a:ext>
            </a:extLst>
          </p:cNvPr>
          <p:cNvSpPr/>
          <p:nvPr/>
        </p:nvSpPr>
        <p:spPr>
          <a:xfrm>
            <a:off x="6017900" y="3176775"/>
            <a:ext cx="1183056" cy="390886"/>
          </a:xfrm>
          <a:custGeom>
            <a:avLst/>
            <a:gdLst/>
            <a:ahLst/>
            <a:cxnLst/>
            <a:rect l="l" t="t" r="r" b="b"/>
            <a:pathLst>
              <a:path w="61722" h="15979" extrusionOk="0">
                <a:moveTo>
                  <a:pt x="61722" y="15979"/>
                </a:moveTo>
                <a:cubicBezTo>
                  <a:pt x="59596" y="14539"/>
                  <a:pt x="54315" y="9876"/>
                  <a:pt x="48966" y="7338"/>
                </a:cubicBezTo>
                <a:cubicBezTo>
                  <a:pt x="43617" y="4801"/>
                  <a:pt x="36211" y="1714"/>
                  <a:pt x="29627" y="754"/>
                </a:cubicBezTo>
                <a:cubicBezTo>
                  <a:pt x="23043" y="-206"/>
                  <a:pt x="14402" y="-343"/>
                  <a:pt x="9464" y="1577"/>
                </a:cubicBezTo>
                <a:cubicBezTo>
                  <a:pt x="4526" y="3497"/>
                  <a:pt x="1577" y="10492"/>
                  <a:pt x="0" y="12275"/>
                </a:cubicBezTo>
              </a:path>
            </a:pathLst>
          </a:custGeom>
          <a:noFill/>
          <a:ln w="38100" cap="flat" cmpd="sng">
            <a:solidFill>
              <a:srgbClr val="039BE5"/>
            </a:solidFill>
            <a:prstDash val="dash"/>
            <a:round/>
            <a:headEnd type="none" w="med" len="med"/>
            <a:tailEnd type="triangle" w="med" len="med"/>
          </a:ln>
        </p:spPr>
        <p:txBody>
          <a:bodyPr/>
          <a:lstStyle/>
          <a:p>
            <a:endParaRPr lang="en-US"/>
          </a:p>
        </p:txBody>
      </p:sp>
      <p:grpSp>
        <p:nvGrpSpPr>
          <p:cNvPr id="9" name="Google Shape;444;p46">
            <a:extLst>
              <a:ext uri="{FF2B5EF4-FFF2-40B4-BE49-F238E27FC236}">
                <a16:creationId xmlns:a16="http://schemas.microsoft.com/office/drawing/2014/main" id="{C708A7D7-E8E1-4BC2-BFB6-F71F9BDC87BA}"/>
              </a:ext>
            </a:extLst>
          </p:cNvPr>
          <p:cNvGrpSpPr/>
          <p:nvPr/>
        </p:nvGrpSpPr>
        <p:grpSpPr>
          <a:xfrm>
            <a:off x="7190438" y="2159023"/>
            <a:ext cx="1857375" cy="822137"/>
            <a:chOff x="7151188" y="2632468"/>
            <a:chExt cx="1857375" cy="1543050"/>
          </a:xfrm>
        </p:grpSpPr>
        <p:pic>
          <p:nvPicPr>
            <p:cNvPr id="10" name="Google Shape;445;p46">
              <a:extLst>
                <a:ext uri="{FF2B5EF4-FFF2-40B4-BE49-F238E27FC236}">
                  <a16:creationId xmlns:a16="http://schemas.microsoft.com/office/drawing/2014/main" id="{7CB0F51F-709B-4FFC-A962-F71D05CFC68B}"/>
                </a:ext>
              </a:extLst>
            </p:cNvPr>
            <p:cNvPicPr preferRelativeResize="0"/>
            <p:nvPr/>
          </p:nvPicPr>
          <p:blipFill>
            <a:blip r:embed="rId2">
              <a:alphaModFix/>
            </a:blip>
            <a:stretch>
              <a:fillRect/>
            </a:stretch>
          </p:blipFill>
          <p:spPr>
            <a:xfrm>
              <a:off x="7151188" y="2632468"/>
              <a:ext cx="1857375" cy="1543050"/>
            </a:xfrm>
            <a:prstGeom prst="rect">
              <a:avLst/>
            </a:prstGeom>
            <a:noFill/>
            <a:ln>
              <a:noFill/>
            </a:ln>
          </p:spPr>
        </p:pic>
        <p:sp>
          <p:nvSpPr>
            <p:cNvPr id="11" name="Google Shape;446;p46">
              <a:extLst>
                <a:ext uri="{FF2B5EF4-FFF2-40B4-BE49-F238E27FC236}">
                  <a16:creationId xmlns:a16="http://schemas.microsoft.com/office/drawing/2014/main" id="{12FD148A-E894-4EB6-8468-FF3CCF1C51AB}"/>
                </a:ext>
              </a:extLst>
            </p:cNvPr>
            <p:cNvSpPr txBox="1"/>
            <p:nvPr/>
          </p:nvSpPr>
          <p:spPr>
            <a:xfrm>
              <a:off x="7279000" y="2683918"/>
              <a:ext cx="1553400" cy="147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i="1">
                  <a:latin typeface="Roboto"/>
                  <a:ea typeface="Roboto"/>
                  <a:cs typeface="Roboto"/>
                  <a:sym typeface="Roboto"/>
                </a:rPr>
                <a:t>DAO for database</a:t>
              </a:r>
              <a:endParaRPr sz="2000" i="1">
                <a:latin typeface="Roboto"/>
                <a:ea typeface="Roboto"/>
                <a:cs typeface="Roboto"/>
                <a:sym typeface="Roboto"/>
              </a:endParaRPr>
            </a:p>
          </p:txBody>
        </p:sp>
      </p:grpSp>
      <p:sp>
        <p:nvSpPr>
          <p:cNvPr id="12" name="Google Shape;447;p46">
            <a:extLst>
              <a:ext uri="{FF2B5EF4-FFF2-40B4-BE49-F238E27FC236}">
                <a16:creationId xmlns:a16="http://schemas.microsoft.com/office/drawing/2014/main" id="{437FC2D2-CCEB-47DB-BAF0-0ED36627A5DA}"/>
              </a:ext>
            </a:extLst>
          </p:cNvPr>
          <p:cNvSpPr/>
          <p:nvPr/>
        </p:nvSpPr>
        <p:spPr>
          <a:xfrm>
            <a:off x="2633475" y="1203575"/>
            <a:ext cx="4906900" cy="329219"/>
          </a:xfrm>
          <a:custGeom>
            <a:avLst/>
            <a:gdLst/>
            <a:ahLst/>
            <a:cxnLst/>
            <a:rect l="l" t="t" r="r" b="b"/>
            <a:pathLst>
              <a:path w="196276" h="18558" extrusionOk="0">
                <a:moveTo>
                  <a:pt x="196276" y="18558"/>
                </a:moveTo>
                <a:cubicBezTo>
                  <a:pt x="192641" y="16912"/>
                  <a:pt x="183725" y="11494"/>
                  <a:pt x="174467" y="8682"/>
                </a:cubicBezTo>
                <a:cubicBezTo>
                  <a:pt x="165209" y="5870"/>
                  <a:pt x="155471" y="2990"/>
                  <a:pt x="140726" y="1687"/>
                </a:cubicBezTo>
                <a:cubicBezTo>
                  <a:pt x="125981" y="384"/>
                  <a:pt x="104996" y="933"/>
                  <a:pt x="85999" y="864"/>
                </a:cubicBezTo>
                <a:cubicBezTo>
                  <a:pt x="67002" y="795"/>
                  <a:pt x="41079" y="-1194"/>
                  <a:pt x="26746" y="1275"/>
                </a:cubicBezTo>
                <a:cubicBezTo>
                  <a:pt x="12413" y="3744"/>
                  <a:pt x="4458" y="13277"/>
                  <a:pt x="0" y="15677"/>
                </a:cubicBezTo>
              </a:path>
            </a:pathLst>
          </a:custGeom>
          <a:noFill/>
          <a:ln w="38100" cap="flat" cmpd="sng">
            <a:solidFill>
              <a:srgbClr val="9900FF"/>
            </a:solidFill>
            <a:prstDash val="dash"/>
            <a:round/>
            <a:headEnd type="none" w="med" len="med"/>
            <a:tailEnd type="triangle" w="med" len="med"/>
          </a:ln>
        </p:spPr>
        <p:txBody>
          <a:bodyPr/>
          <a:lstStyle/>
          <a:p>
            <a:endParaRPr lang="en-US"/>
          </a:p>
        </p:txBody>
      </p:sp>
      <p:grpSp>
        <p:nvGrpSpPr>
          <p:cNvPr id="13" name="Google Shape;448;p46">
            <a:extLst>
              <a:ext uri="{FF2B5EF4-FFF2-40B4-BE49-F238E27FC236}">
                <a16:creationId xmlns:a16="http://schemas.microsoft.com/office/drawing/2014/main" id="{506E68F4-E2E0-4714-A838-F0F302FA4FAB}"/>
              </a:ext>
            </a:extLst>
          </p:cNvPr>
          <p:cNvGrpSpPr/>
          <p:nvPr/>
        </p:nvGrpSpPr>
        <p:grpSpPr>
          <a:xfrm>
            <a:off x="7190438" y="1168423"/>
            <a:ext cx="1857375" cy="822137"/>
            <a:chOff x="7151188" y="487198"/>
            <a:chExt cx="1857375" cy="1543050"/>
          </a:xfrm>
        </p:grpSpPr>
        <p:pic>
          <p:nvPicPr>
            <p:cNvPr id="14" name="Google Shape;449;p46">
              <a:extLst>
                <a:ext uri="{FF2B5EF4-FFF2-40B4-BE49-F238E27FC236}">
                  <a16:creationId xmlns:a16="http://schemas.microsoft.com/office/drawing/2014/main" id="{A05D9642-015C-47B9-B7C3-6CFCB6E81EE2}"/>
                </a:ext>
              </a:extLst>
            </p:cNvPr>
            <p:cNvPicPr preferRelativeResize="0"/>
            <p:nvPr/>
          </p:nvPicPr>
          <p:blipFill>
            <a:blip r:embed="rId2">
              <a:alphaModFix/>
            </a:blip>
            <a:stretch>
              <a:fillRect/>
            </a:stretch>
          </p:blipFill>
          <p:spPr>
            <a:xfrm>
              <a:off x="7151188" y="487198"/>
              <a:ext cx="1857375" cy="1543050"/>
            </a:xfrm>
            <a:prstGeom prst="rect">
              <a:avLst/>
            </a:prstGeom>
            <a:noFill/>
            <a:ln>
              <a:noFill/>
            </a:ln>
          </p:spPr>
        </p:pic>
        <p:sp>
          <p:nvSpPr>
            <p:cNvPr id="15" name="Google Shape;450;p46">
              <a:extLst>
                <a:ext uri="{FF2B5EF4-FFF2-40B4-BE49-F238E27FC236}">
                  <a16:creationId xmlns:a16="http://schemas.microsoft.com/office/drawing/2014/main" id="{80334442-2D47-44F8-9F4E-6406ABB0C0B7}"/>
                </a:ext>
              </a:extLst>
            </p:cNvPr>
            <p:cNvSpPr txBox="1"/>
            <p:nvPr/>
          </p:nvSpPr>
          <p:spPr>
            <a:xfrm>
              <a:off x="7279000" y="538648"/>
              <a:ext cx="1672500" cy="147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i="1">
                  <a:latin typeface="Roboto"/>
                  <a:ea typeface="Roboto"/>
                  <a:cs typeface="Roboto"/>
                  <a:sym typeface="Roboto"/>
                </a:rPr>
                <a:t>Entity defines</a:t>
              </a:r>
              <a:endParaRPr sz="2000" i="1">
                <a:latin typeface="Roboto"/>
                <a:ea typeface="Roboto"/>
                <a:cs typeface="Roboto"/>
                <a:sym typeface="Roboto"/>
              </a:endParaRPr>
            </a:p>
            <a:p>
              <a:pPr marL="0" lvl="0" indent="0" algn="l" rtl="0">
                <a:spcBef>
                  <a:spcPts val="0"/>
                </a:spcBef>
                <a:spcAft>
                  <a:spcPts val="0"/>
                </a:spcAft>
                <a:buNone/>
              </a:pPr>
              <a:r>
                <a:rPr lang="en" sz="2000" i="1">
                  <a:latin typeface="Roboto"/>
                  <a:ea typeface="Roboto"/>
                  <a:cs typeface="Roboto"/>
                  <a:sym typeface="Roboto"/>
                </a:rPr>
                <a:t>DB schema</a:t>
              </a:r>
              <a:endParaRPr sz="2000" i="1">
                <a:latin typeface="Roboto"/>
                <a:ea typeface="Roboto"/>
                <a:cs typeface="Roboto"/>
                <a:sym typeface="Roboto"/>
              </a:endParaRPr>
            </a:p>
          </p:txBody>
        </p:sp>
      </p:grpSp>
      <p:sp>
        <p:nvSpPr>
          <p:cNvPr id="16" name="Google Shape;451;p46">
            <a:extLst>
              <a:ext uri="{FF2B5EF4-FFF2-40B4-BE49-F238E27FC236}">
                <a16:creationId xmlns:a16="http://schemas.microsoft.com/office/drawing/2014/main" id="{E0008173-17B9-4A1C-904E-62FDF4A82A17}"/>
              </a:ext>
            </a:extLst>
          </p:cNvPr>
          <p:cNvSpPr/>
          <p:nvPr/>
        </p:nvSpPr>
        <p:spPr>
          <a:xfrm>
            <a:off x="3909050" y="2596761"/>
            <a:ext cx="3312425" cy="345325"/>
          </a:xfrm>
          <a:custGeom>
            <a:avLst/>
            <a:gdLst/>
            <a:ahLst/>
            <a:cxnLst/>
            <a:rect l="l" t="t" r="r" b="b"/>
            <a:pathLst>
              <a:path w="132497" h="13813" extrusionOk="0">
                <a:moveTo>
                  <a:pt x="132497" y="10110"/>
                </a:moveTo>
                <a:cubicBezTo>
                  <a:pt x="128999" y="8876"/>
                  <a:pt x="122347" y="4212"/>
                  <a:pt x="111511" y="2703"/>
                </a:cubicBezTo>
                <a:cubicBezTo>
                  <a:pt x="100675" y="1194"/>
                  <a:pt x="82365" y="1331"/>
                  <a:pt x="67483" y="1057"/>
                </a:cubicBezTo>
                <a:cubicBezTo>
                  <a:pt x="52601" y="783"/>
                  <a:pt x="33467" y="-1069"/>
                  <a:pt x="22220" y="1057"/>
                </a:cubicBezTo>
                <a:cubicBezTo>
                  <a:pt x="10973" y="3183"/>
                  <a:pt x="3703" y="11687"/>
                  <a:pt x="0" y="13813"/>
                </a:cubicBezTo>
              </a:path>
            </a:pathLst>
          </a:custGeom>
          <a:noFill/>
          <a:ln w="38100" cap="flat" cmpd="sng">
            <a:solidFill>
              <a:srgbClr val="0000FF"/>
            </a:solidFill>
            <a:prstDash val="dash"/>
            <a:round/>
            <a:headEnd type="none" w="med" len="med"/>
            <a:tailEnd type="triangle" w="med" len="med"/>
          </a:ln>
        </p:spPr>
        <p:txBody>
          <a:bodyPr/>
          <a:lstStyle/>
          <a:p>
            <a:endParaRPr lang="en-US"/>
          </a:p>
        </p:txBody>
      </p:sp>
    </p:spTree>
    <p:extLst>
      <p:ext uri="{BB962C8B-B14F-4D97-AF65-F5344CB8AC3E}">
        <p14:creationId xmlns:p14="http://schemas.microsoft.com/office/powerpoint/2010/main" val="33713866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A6120-B0E6-4765-936E-A6AD4B756AC8}"/>
              </a:ext>
            </a:extLst>
          </p:cNvPr>
          <p:cNvSpPr>
            <a:spLocks noGrp="1"/>
          </p:cNvSpPr>
          <p:nvPr>
            <p:ph type="title"/>
          </p:nvPr>
        </p:nvSpPr>
        <p:spPr/>
        <p:txBody>
          <a:bodyPr/>
          <a:lstStyle/>
          <a:p>
            <a:r>
              <a:rPr lang="en-US" dirty="0"/>
              <a:t>Using Room database</a:t>
            </a:r>
          </a:p>
        </p:txBody>
      </p:sp>
      <p:sp>
        <p:nvSpPr>
          <p:cNvPr id="3" name="Text Placeholder 2">
            <a:extLst>
              <a:ext uri="{FF2B5EF4-FFF2-40B4-BE49-F238E27FC236}">
                <a16:creationId xmlns:a16="http://schemas.microsoft.com/office/drawing/2014/main" id="{C399E997-76ED-401A-BC6B-756DD40A99BA}"/>
              </a:ext>
            </a:extLst>
          </p:cNvPr>
          <p:cNvSpPr>
            <a:spLocks noGrp="1"/>
          </p:cNvSpPr>
          <p:nvPr>
            <p:ph type="body" idx="1"/>
          </p:nvPr>
        </p:nvSpPr>
        <p:spPr/>
        <p:txBody>
          <a:bodyPr/>
          <a:lstStyle/>
          <a:p>
            <a:r>
              <a:rPr lang="en" dirty="0"/>
              <a:t>Use Database builder</a:t>
            </a:r>
          </a:p>
          <a:p>
            <a:pPr lvl="1"/>
            <a:r>
              <a:rPr lang="en-US" dirty="0"/>
              <a:t>Use Room's database builder to create the database</a:t>
            </a:r>
          </a:p>
          <a:p>
            <a:pPr lvl="1"/>
            <a:r>
              <a:rPr lang="en-US" dirty="0"/>
              <a:t>Create DB as singleton instance</a:t>
            </a:r>
          </a:p>
          <a:p>
            <a:pPr marL="596900" lvl="1" indent="0">
              <a:buNone/>
            </a:pPr>
            <a:endParaRPr lang="en-US" dirty="0"/>
          </a:p>
          <a:p>
            <a:pPr marL="457200" lvl="0" indent="0" algn="l" rtl="0">
              <a:lnSpc>
                <a:spcPct val="115000"/>
              </a:lnSpc>
              <a:spcBef>
                <a:spcPts val="1000"/>
              </a:spcBef>
              <a:spcAft>
                <a:spcPts val="0"/>
              </a:spcAft>
              <a:buNone/>
            </a:pPr>
            <a:r>
              <a:rPr lang="en-US" dirty="0">
                <a:solidFill>
                  <a:schemeClr val="dk1"/>
                </a:solidFill>
                <a:latin typeface="Consolas"/>
                <a:ea typeface="Consolas"/>
                <a:cs typeface="Consolas"/>
                <a:sym typeface="Consolas"/>
              </a:rPr>
              <a:t>private static </a:t>
            </a:r>
            <a:r>
              <a:rPr lang="en-US" dirty="0" err="1">
                <a:solidFill>
                  <a:schemeClr val="dk1"/>
                </a:solidFill>
                <a:latin typeface="Consolas"/>
                <a:ea typeface="Consolas"/>
                <a:cs typeface="Consolas"/>
                <a:sym typeface="Consolas"/>
              </a:rPr>
              <a:t>WordRoomDatabase</a:t>
            </a:r>
            <a:r>
              <a:rPr lang="en-US" dirty="0">
                <a:solidFill>
                  <a:schemeClr val="dk1"/>
                </a:solidFill>
                <a:latin typeface="Consolas"/>
                <a:ea typeface="Consolas"/>
                <a:cs typeface="Consolas"/>
                <a:sym typeface="Consolas"/>
              </a:rPr>
              <a:t> INSTANCE;</a:t>
            </a:r>
            <a:endParaRPr lang="en-US" dirty="0">
              <a:solidFill>
                <a:schemeClr val="dk1"/>
              </a:solidFill>
              <a:highlight>
                <a:schemeClr val="lt1"/>
              </a:highlight>
              <a:latin typeface="Consolas"/>
              <a:ea typeface="Consolas"/>
              <a:cs typeface="Consolas"/>
              <a:sym typeface="Consolas"/>
            </a:endParaRPr>
          </a:p>
          <a:p>
            <a:pPr marL="457200" lvl="0" indent="0" algn="l" rtl="0">
              <a:lnSpc>
                <a:spcPct val="115000"/>
              </a:lnSpc>
              <a:spcBef>
                <a:spcPts val="1000"/>
              </a:spcBef>
              <a:spcAft>
                <a:spcPts val="0"/>
              </a:spcAft>
              <a:buNone/>
            </a:pPr>
            <a:r>
              <a:rPr lang="en-US" dirty="0">
                <a:solidFill>
                  <a:schemeClr val="dk1"/>
                </a:solidFill>
                <a:highlight>
                  <a:schemeClr val="lt1"/>
                </a:highlight>
                <a:latin typeface="Consolas"/>
                <a:ea typeface="Consolas"/>
                <a:cs typeface="Consolas"/>
                <a:sym typeface="Consolas"/>
              </a:rPr>
              <a:t>INSTANCE = </a:t>
            </a:r>
            <a:r>
              <a:rPr lang="en-US" dirty="0" err="1">
                <a:solidFill>
                  <a:schemeClr val="dk1"/>
                </a:solidFill>
                <a:highlight>
                  <a:schemeClr val="lt1"/>
                </a:highlight>
                <a:latin typeface="Consolas"/>
                <a:ea typeface="Consolas"/>
                <a:cs typeface="Consolas"/>
                <a:sym typeface="Consolas"/>
              </a:rPr>
              <a:t>Room.databaseBuilder</a:t>
            </a:r>
            <a:r>
              <a:rPr lang="en-US" dirty="0">
                <a:solidFill>
                  <a:schemeClr val="dk1"/>
                </a:solidFill>
                <a:highlight>
                  <a:schemeClr val="lt1"/>
                </a:highlight>
                <a:latin typeface="Consolas"/>
                <a:ea typeface="Consolas"/>
                <a:cs typeface="Consolas"/>
                <a:sym typeface="Consolas"/>
              </a:rPr>
              <a:t>(...)</a:t>
            </a:r>
          </a:p>
          <a:p>
            <a:pPr marL="914400" lvl="0" indent="0" algn="l" rtl="0">
              <a:lnSpc>
                <a:spcPct val="115000"/>
              </a:lnSpc>
              <a:spcBef>
                <a:spcPts val="1000"/>
              </a:spcBef>
              <a:spcAft>
                <a:spcPts val="0"/>
              </a:spcAft>
              <a:buNone/>
            </a:pPr>
            <a:r>
              <a:rPr lang="en-US" dirty="0">
                <a:solidFill>
                  <a:schemeClr val="dk1"/>
                </a:solidFill>
                <a:highlight>
                  <a:schemeClr val="lt1"/>
                </a:highlight>
                <a:latin typeface="Consolas"/>
                <a:ea typeface="Consolas"/>
                <a:cs typeface="Consolas"/>
                <a:sym typeface="Consolas"/>
              </a:rPr>
              <a:t>.build();</a:t>
            </a:r>
            <a:endParaRPr lang="en-US" dirty="0">
              <a:solidFill>
                <a:srgbClr val="000000"/>
              </a:solidFill>
              <a:latin typeface="Consolas"/>
              <a:ea typeface="Consolas"/>
              <a:cs typeface="Consolas"/>
              <a:sym typeface="Consolas"/>
            </a:endParaRPr>
          </a:p>
          <a:p>
            <a:pPr marL="284163" lvl="1" indent="0">
              <a:buNone/>
            </a:pPr>
            <a:endParaRPr lang="en-US" dirty="0"/>
          </a:p>
        </p:txBody>
      </p:sp>
    </p:spTree>
    <p:extLst>
      <p:ext uri="{BB962C8B-B14F-4D97-AF65-F5344CB8AC3E}">
        <p14:creationId xmlns:p14="http://schemas.microsoft.com/office/powerpoint/2010/main" val="14162619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3B1CD-87A5-4A40-88C8-A50A3909BFB4}"/>
              </a:ext>
            </a:extLst>
          </p:cNvPr>
          <p:cNvSpPr>
            <a:spLocks noGrp="1"/>
          </p:cNvSpPr>
          <p:nvPr>
            <p:ph type="title"/>
          </p:nvPr>
        </p:nvSpPr>
        <p:spPr/>
        <p:txBody>
          <a:bodyPr/>
          <a:lstStyle/>
          <a:p>
            <a:r>
              <a:rPr lang="en" dirty="0"/>
              <a:t>Room database creation example</a:t>
            </a:r>
            <a:endParaRPr lang="en-US" dirty="0"/>
          </a:p>
        </p:txBody>
      </p:sp>
      <p:sp>
        <p:nvSpPr>
          <p:cNvPr id="3" name="Text Placeholder 2">
            <a:extLst>
              <a:ext uri="{FF2B5EF4-FFF2-40B4-BE49-F238E27FC236}">
                <a16:creationId xmlns:a16="http://schemas.microsoft.com/office/drawing/2014/main" id="{99DC83A1-6D26-47DC-84E8-2E65401B0076}"/>
              </a:ext>
            </a:extLst>
          </p:cNvPr>
          <p:cNvSpPr>
            <a:spLocks noGrp="1"/>
          </p:cNvSpPr>
          <p:nvPr>
            <p:ph type="body" idx="1"/>
          </p:nvPr>
        </p:nvSpPr>
        <p:spPr>
          <a:xfrm>
            <a:off x="377961" y="1079588"/>
            <a:ext cx="8520600" cy="3416400"/>
          </a:xfrm>
        </p:spPr>
        <p:txBody>
          <a:bodyPr/>
          <a:lstStyle/>
          <a:p>
            <a:pPr marL="0" lvl="0" indent="0" algn="l" rtl="0">
              <a:spcBef>
                <a:spcPts val="600"/>
              </a:spcBef>
              <a:spcAft>
                <a:spcPts val="600"/>
              </a:spcAft>
              <a:buClr>
                <a:schemeClr val="dk1"/>
              </a:buClr>
              <a:buSzPts val="1100"/>
              <a:buFont typeface="Arial"/>
              <a:buNone/>
            </a:pPr>
            <a:r>
              <a:rPr lang="en-US" sz="1600" b="1" dirty="0">
                <a:solidFill>
                  <a:srgbClr val="000000"/>
                </a:solidFill>
                <a:highlight>
                  <a:srgbClr val="FFFFFF"/>
                </a:highlight>
                <a:ea typeface="Consolas"/>
                <a:sym typeface="Consolas"/>
              </a:rPr>
              <a:t>static </a:t>
            </a:r>
            <a:r>
              <a:rPr lang="en-US" sz="1600" dirty="0" err="1">
                <a:solidFill>
                  <a:srgbClr val="000000"/>
                </a:solidFill>
                <a:highlight>
                  <a:srgbClr val="FFFFFF"/>
                </a:highlight>
                <a:ea typeface="Consolas"/>
                <a:sym typeface="Consolas"/>
              </a:rPr>
              <a:t>WordRoomDatabase</a:t>
            </a:r>
            <a:r>
              <a:rPr lang="en-US" sz="1600" dirty="0">
                <a:solidFill>
                  <a:srgbClr val="000000"/>
                </a:solidFill>
                <a:highlight>
                  <a:srgbClr val="FFFFFF"/>
                </a:highlight>
                <a:ea typeface="Consolas"/>
                <a:sym typeface="Consolas"/>
              </a:rPr>
              <a:t> </a:t>
            </a:r>
            <a:r>
              <a:rPr lang="en-US" sz="1600" dirty="0" err="1">
                <a:solidFill>
                  <a:srgbClr val="000000"/>
                </a:solidFill>
                <a:highlight>
                  <a:srgbClr val="FFFFFF"/>
                </a:highlight>
                <a:ea typeface="Consolas"/>
                <a:sym typeface="Consolas"/>
              </a:rPr>
              <a:t>getDatabase</a:t>
            </a:r>
            <a:r>
              <a:rPr lang="en-US" sz="1600" dirty="0">
                <a:solidFill>
                  <a:srgbClr val="000000"/>
                </a:solidFill>
                <a:highlight>
                  <a:srgbClr val="FFFFFF"/>
                </a:highlight>
                <a:ea typeface="Consolas"/>
                <a:sym typeface="Consolas"/>
              </a:rPr>
              <a:t>(</a:t>
            </a:r>
            <a:r>
              <a:rPr lang="en-US" sz="1600" b="1" dirty="0">
                <a:solidFill>
                  <a:srgbClr val="000000"/>
                </a:solidFill>
                <a:highlight>
                  <a:srgbClr val="FFFFFF"/>
                </a:highlight>
                <a:ea typeface="Consolas"/>
                <a:sym typeface="Consolas"/>
              </a:rPr>
              <a:t>final </a:t>
            </a:r>
            <a:r>
              <a:rPr lang="en-US" sz="1600" dirty="0">
                <a:solidFill>
                  <a:srgbClr val="000000"/>
                </a:solidFill>
                <a:highlight>
                  <a:srgbClr val="FFFFFF"/>
                </a:highlight>
                <a:ea typeface="Consolas"/>
                <a:sym typeface="Consolas"/>
              </a:rPr>
              <a:t>Context context) {</a:t>
            </a:r>
          </a:p>
          <a:p>
            <a:pPr marL="0" lvl="0" indent="0" algn="l" rtl="0">
              <a:spcBef>
                <a:spcPts val="600"/>
              </a:spcBef>
              <a:spcAft>
                <a:spcPts val="600"/>
              </a:spcAft>
              <a:buClr>
                <a:schemeClr val="dk1"/>
              </a:buClr>
              <a:buSzPts val="1100"/>
              <a:buFont typeface="Arial"/>
              <a:buNone/>
            </a:pPr>
            <a:r>
              <a:rPr lang="en-US" sz="1600" dirty="0">
                <a:solidFill>
                  <a:srgbClr val="000000"/>
                </a:solidFill>
                <a:highlight>
                  <a:srgbClr val="FFFFFF"/>
                </a:highlight>
                <a:ea typeface="Consolas"/>
                <a:sym typeface="Consolas"/>
              </a:rPr>
              <a:t>  </a:t>
            </a:r>
            <a:r>
              <a:rPr lang="en-US" sz="1600" b="1" dirty="0">
                <a:solidFill>
                  <a:srgbClr val="000000"/>
                </a:solidFill>
                <a:highlight>
                  <a:srgbClr val="FFFFFF"/>
                </a:highlight>
                <a:ea typeface="Consolas"/>
                <a:sym typeface="Consolas"/>
              </a:rPr>
              <a:t>if </a:t>
            </a:r>
            <a:r>
              <a:rPr lang="en-US" sz="1600" dirty="0">
                <a:solidFill>
                  <a:srgbClr val="000000"/>
                </a:solidFill>
                <a:highlight>
                  <a:srgbClr val="FFFFFF"/>
                </a:highlight>
                <a:ea typeface="Consolas"/>
                <a:sym typeface="Consolas"/>
              </a:rPr>
              <a:t>(</a:t>
            </a:r>
            <a:r>
              <a:rPr lang="en-US" sz="1600" i="1" dirty="0">
                <a:solidFill>
                  <a:srgbClr val="000000"/>
                </a:solidFill>
                <a:highlight>
                  <a:srgbClr val="FFFFFF"/>
                </a:highlight>
                <a:ea typeface="Consolas"/>
                <a:sym typeface="Consolas"/>
              </a:rPr>
              <a:t>INSTANCE </a:t>
            </a:r>
            <a:r>
              <a:rPr lang="en-US" sz="1600" dirty="0">
                <a:solidFill>
                  <a:srgbClr val="000000"/>
                </a:solidFill>
                <a:highlight>
                  <a:srgbClr val="FFFFFF"/>
                </a:highlight>
                <a:ea typeface="Consolas"/>
                <a:sym typeface="Consolas"/>
              </a:rPr>
              <a:t>== </a:t>
            </a:r>
            <a:r>
              <a:rPr lang="en-US" sz="1600" b="1" dirty="0">
                <a:solidFill>
                  <a:srgbClr val="000000"/>
                </a:solidFill>
                <a:highlight>
                  <a:srgbClr val="FFFFFF"/>
                </a:highlight>
                <a:ea typeface="Consolas"/>
                <a:sym typeface="Consolas"/>
              </a:rPr>
              <a:t>null</a:t>
            </a:r>
            <a:r>
              <a:rPr lang="en-US" sz="1600" dirty="0">
                <a:solidFill>
                  <a:srgbClr val="000000"/>
                </a:solidFill>
                <a:highlight>
                  <a:srgbClr val="FFFFFF"/>
                </a:highlight>
                <a:ea typeface="Consolas"/>
                <a:sym typeface="Consolas"/>
              </a:rPr>
              <a:t>) {</a:t>
            </a:r>
          </a:p>
          <a:p>
            <a:pPr marL="0" lvl="0" indent="0" algn="l" rtl="0">
              <a:spcBef>
                <a:spcPts val="600"/>
              </a:spcBef>
              <a:spcAft>
                <a:spcPts val="600"/>
              </a:spcAft>
              <a:buClr>
                <a:schemeClr val="dk1"/>
              </a:buClr>
              <a:buSzPts val="1100"/>
              <a:buFont typeface="Arial"/>
              <a:buNone/>
            </a:pPr>
            <a:r>
              <a:rPr lang="en-US" sz="1600" dirty="0">
                <a:solidFill>
                  <a:srgbClr val="000000"/>
                </a:solidFill>
                <a:highlight>
                  <a:srgbClr val="FFFFFF"/>
                </a:highlight>
                <a:ea typeface="Consolas"/>
                <a:sym typeface="Consolas"/>
              </a:rPr>
              <a:t>    </a:t>
            </a:r>
            <a:r>
              <a:rPr lang="en-US" sz="1600" b="1" dirty="0">
                <a:solidFill>
                  <a:srgbClr val="000000"/>
                </a:solidFill>
                <a:highlight>
                  <a:srgbClr val="FFFFFF"/>
                </a:highlight>
                <a:ea typeface="Consolas"/>
                <a:sym typeface="Consolas"/>
              </a:rPr>
              <a:t>synchronized </a:t>
            </a:r>
            <a:r>
              <a:rPr lang="en-US" sz="1600" dirty="0">
                <a:solidFill>
                  <a:srgbClr val="000000"/>
                </a:solidFill>
                <a:highlight>
                  <a:srgbClr val="FFFFFF"/>
                </a:highlight>
                <a:ea typeface="Consolas"/>
                <a:sym typeface="Consolas"/>
              </a:rPr>
              <a:t>(</a:t>
            </a:r>
            <a:r>
              <a:rPr lang="en-US" sz="1600" dirty="0" err="1">
                <a:solidFill>
                  <a:srgbClr val="000000"/>
                </a:solidFill>
                <a:highlight>
                  <a:srgbClr val="FFFFFF"/>
                </a:highlight>
                <a:ea typeface="Consolas"/>
                <a:sym typeface="Consolas"/>
              </a:rPr>
              <a:t>WordRoomDatabase.</a:t>
            </a:r>
            <a:r>
              <a:rPr lang="en-US" sz="1600" b="1" dirty="0" err="1">
                <a:solidFill>
                  <a:srgbClr val="000000"/>
                </a:solidFill>
                <a:highlight>
                  <a:srgbClr val="FFFFFF"/>
                </a:highlight>
                <a:ea typeface="Consolas"/>
                <a:sym typeface="Consolas"/>
              </a:rPr>
              <a:t>class</a:t>
            </a:r>
            <a:r>
              <a:rPr lang="en-US" sz="1600" dirty="0">
                <a:solidFill>
                  <a:srgbClr val="000000"/>
                </a:solidFill>
                <a:highlight>
                  <a:srgbClr val="FFFFFF"/>
                </a:highlight>
                <a:ea typeface="Consolas"/>
                <a:sym typeface="Consolas"/>
              </a:rPr>
              <a:t>) {</a:t>
            </a:r>
          </a:p>
          <a:p>
            <a:pPr marL="0" lvl="0" indent="0" algn="l" rtl="0">
              <a:spcBef>
                <a:spcPts val="600"/>
              </a:spcBef>
              <a:spcAft>
                <a:spcPts val="600"/>
              </a:spcAft>
              <a:buClr>
                <a:schemeClr val="dk1"/>
              </a:buClr>
              <a:buSzPts val="1100"/>
              <a:buFont typeface="Arial"/>
              <a:buNone/>
            </a:pPr>
            <a:r>
              <a:rPr lang="en-US" sz="1600" dirty="0">
                <a:solidFill>
                  <a:srgbClr val="000000"/>
                </a:solidFill>
                <a:highlight>
                  <a:srgbClr val="FFFFFF"/>
                </a:highlight>
                <a:ea typeface="Consolas"/>
                <a:sym typeface="Consolas"/>
              </a:rPr>
              <a:t>      </a:t>
            </a:r>
            <a:r>
              <a:rPr lang="en-US" sz="1600" b="1" dirty="0">
                <a:solidFill>
                  <a:srgbClr val="000000"/>
                </a:solidFill>
                <a:highlight>
                  <a:srgbClr val="FFFFFF"/>
                </a:highlight>
                <a:ea typeface="Consolas"/>
                <a:sym typeface="Consolas"/>
              </a:rPr>
              <a:t>if </a:t>
            </a:r>
            <a:r>
              <a:rPr lang="en-US" sz="1600" dirty="0">
                <a:solidFill>
                  <a:srgbClr val="000000"/>
                </a:solidFill>
                <a:highlight>
                  <a:srgbClr val="FFFFFF"/>
                </a:highlight>
                <a:ea typeface="Consolas"/>
                <a:sym typeface="Consolas"/>
              </a:rPr>
              <a:t>(</a:t>
            </a:r>
            <a:r>
              <a:rPr lang="en-US" sz="1600" i="1" dirty="0">
                <a:solidFill>
                  <a:srgbClr val="000000"/>
                </a:solidFill>
                <a:highlight>
                  <a:srgbClr val="FFFFFF"/>
                </a:highlight>
                <a:ea typeface="Consolas"/>
                <a:sym typeface="Consolas"/>
              </a:rPr>
              <a:t>INSTANCE </a:t>
            </a:r>
            <a:r>
              <a:rPr lang="en-US" sz="1600" dirty="0">
                <a:solidFill>
                  <a:srgbClr val="000000"/>
                </a:solidFill>
                <a:highlight>
                  <a:srgbClr val="FFFFFF"/>
                </a:highlight>
                <a:ea typeface="Consolas"/>
                <a:sym typeface="Consolas"/>
              </a:rPr>
              <a:t>== </a:t>
            </a:r>
            <a:r>
              <a:rPr lang="en-US" sz="1600" b="1" dirty="0">
                <a:solidFill>
                  <a:srgbClr val="000000"/>
                </a:solidFill>
                <a:highlight>
                  <a:srgbClr val="FFFFFF"/>
                </a:highlight>
                <a:ea typeface="Consolas"/>
                <a:sym typeface="Consolas"/>
              </a:rPr>
              <a:t>null</a:t>
            </a:r>
            <a:r>
              <a:rPr lang="en-US" sz="1600" dirty="0">
                <a:solidFill>
                  <a:srgbClr val="000000"/>
                </a:solidFill>
                <a:highlight>
                  <a:srgbClr val="FFFFFF"/>
                </a:highlight>
                <a:ea typeface="Consolas"/>
                <a:sym typeface="Consolas"/>
              </a:rPr>
              <a:t>)    {</a:t>
            </a:r>
          </a:p>
          <a:p>
            <a:pPr marL="0" lvl="0" indent="0" algn="l" rtl="0">
              <a:spcBef>
                <a:spcPts val="600"/>
              </a:spcBef>
              <a:spcAft>
                <a:spcPts val="600"/>
              </a:spcAft>
              <a:buClr>
                <a:schemeClr val="dk1"/>
              </a:buClr>
              <a:buSzPts val="1100"/>
              <a:buFont typeface="Arial"/>
              <a:buNone/>
            </a:pPr>
            <a:r>
              <a:rPr lang="en-US" sz="1600" dirty="0">
                <a:solidFill>
                  <a:srgbClr val="000000"/>
                </a:solidFill>
                <a:highlight>
                  <a:srgbClr val="FFFFFF"/>
                </a:highlight>
                <a:ea typeface="Consolas"/>
                <a:sym typeface="Consolas"/>
              </a:rPr>
              <a:t>        </a:t>
            </a:r>
            <a:r>
              <a:rPr lang="en-US" sz="1600" i="1" dirty="0">
                <a:solidFill>
                  <a:srgbClr val="000000"/>
                </a:solidFill>
                <a:highlight>
                  <a:srgbClr val="FFFFFF"/>
                </a:highlight>
                <a:ea typeface="Consolas"/>
                <a:sym typeface="Consolas"/>
              </a:rPr>
              <a:t>INSTANCE </a:t>
            </a:r>
            <a:r>
              <a:rPr lang="en-US" sz="1600" dirty="0">
                <a:solidFill>
                  <a:srgbClr val="000000"/>
                </a:solidFill>
                <a:highlight>
                  <a:srgbClr val="FFFFFF"/>
                </a:highlight>
                <a:ea typeface="Consolas"/>
                <a:sym typeface="Consolas"/>
              </a:rPr>
              <a:t>= </a:t>
            </a:r>
            <a:r>
              <a:rPr lang="en-US" sz="1600" dirty="0" err="1">
                <a:solidFill>
                  <a:srgbClr val="000000"/>
                </a:solidFill>
                <a:highlight>
                  <a:srgbClr val="FFFFFF"/>
                </a:highlight>
                <a:ea typeface="Consolas"/>
                <a:sym typeface="Consolas"/>
              </a:rPr>
              <a:t>Room.</a:t>
            </a:r>
            <a:r>
              <a:rPr lang="en-US" sz="1600" i="1" dirty="0" err="1">
                <a:solidFill>
                  <a:srgbClr val="000000"/>
                </a:solidFill>
                <a:highlight>
                  <a:srgbClr val="FFFFFF"/>
                </a:highlight>
                <a:ea typeface="Consolas"/>
                <a:sym typeface="Consolas"/>
              </a:rPr>
              <a:t>databaseBuilder</a:t>
            </a:r>
            <a:r>
              <a:rPr lang="en-US" sz="1600" dirty="0">
                <a:solidFill>
                  <a:srgbClr val="000000"/>
                </a:solidFill>
                <a:highlight>
                  <a:srgbClr val="FFFFFF"/>
                </a:highlight>
                <a:ea typeface="Consolas"/>
                <a:sym typeface="Consolas"/>
              </a:rPr>
              <a:t>(</a:t>
            </a:r>
          </a:p>
          <a:p>
            <a:pPr marL="1371600" lvl="0" indent="0" algn="l" rtl="0">
              <a:spcBef>
                <a:spcPts val="600"/>
              </a:spcBef>
              <a:spcAft>
                <a:spcPts val="600"/>
              </a:spcAft>
              <a:buClr>
                <a:schemeClr val="dk1"/>
              </a:buClr>
              <a:buSzPts val="1100"/>
              <a:buFont typeface="Arial"/>
              <a:buNone/>
            </a:pPr>
            <a:r>
              <a:rPr lang="en-US" sz="1600" dirty="0" err="1">
                <a:solidFill>
                  <a:srgbClr val="000000"/>
                </a:solidFill>
                <a:highlight>
                  <a:srgbClr val="FFFFFF"/>
                </a:highlight>
                <a:ea typeface="Consolas"/>
                <a:sym typeface="Consolas"/>
              </a:rPr>
              <a:t>context.getApplicationContext</a:t>
            </a:r>
            <a:r>
              <a:rPr lang="en-US" sz="1600" dirty="0">
                <a:solidFill>
                  <a:srgbClr val="000000"/>
                </a:solidFill>
                <a:highlight>
                  <a:srgbClr val="FFFFFF"/>
                </a:highlight>
                <a:ea typeface="Consolas"/>
                <a:sym typeface="Consolas"/>
              </a:rPr>
              <a:t>(),</a:t>
            </a:r>
          </a:p>
          <a:p>
            <a:pPr marL="1371600" lvl="0" indent="0" algn="l" rtl="0">
              <a:spcBef>
                <a:spcPts val="600"/>
              </a:spcBef>
              <a:spcAft>
                <a:spcPts val="600"/>
              </a:spcAft>
              <a:buClr>
                <a:schemeClr val="dk1"/>
              </a:buClr>
              <a:buSzPts val="1100"/>
              <a:buFont typeface="Arial"/>
              <a:buNone/>
            </a:pPr>
            <a:r>
              <a:rPr lang="en-US" sz="1600" dirty="0" err="1">
                <a:solidFill>
                  <a:srgbClr val="000000"/>
                </a:solidFill>
                <a:highlight>
                  <a:srgbClr val="FFFFFF"/>
                </a:highlight>
                <a:ea typeface="Consolas"/>
                <a:sym typeface="Consolas"/>
              </a:rPr>
              <a:t>WordRoomDatabase.</a:t>
            </a:r>
            <a:r>
              <a:rPr lang="en-US" sz="1600" b="1" dirty="0" err="1">
                <a:solidFill>
                  <a:srgbClr val="000000"/>
                </a:solidFill>
                <a:highlight>
                  <a:srgbClr val="FFFFFF"/>
                </a:highlight>
                <a:ea typeface="Consolas"/>
                <a:sym typeface="Consolas"/>
              </a:rPr>
              <a:t>class</a:t>
            </a:r>
            <a:r>
              <a:rPr lang="en-US" sz="1600" dirty="0">
                <a:solidFill>
                  <a:srgbClr val="000000"/>
                </a:solidFill>
                <a:highlight>
                  <a:srgbClr val="FFFFFF"/>
                </a:highlight>
                <a:ea typeface="Consolas"/>
                <a:sym typeface="Consolas"/>
              </a:rPr>
              <a:t>, </a:t>
            </a:r>
            <a:r>
              <a:rPr lang="en-US" sz="1600" b="1" dirty="0">
                <a:solidFill>
                  <a:srgbClr val="000000"/>
                </a:solidFill>
                <a:highlight>
                  <a:srgbClr val="FFFFFF"/>
                </a:highlight>
                <a:ea typeface="Consolas"/>
                <a:sym typeface="Consolas"/>
              </a:rPr>
              <a:t>"</a:t>
            </a:r>
            <a:r>
              <a:rPr lang="en-US" sz="1600" b="1" dirty="0" err="1">
                <a:solidFill>
                  <a:srgbClr val="000000"/>
                </a:solidFill>
                <a:highlight>
                  <a:srgbClr val="FFFFFF"/>
                </a:highlight>
                <a:ea typeface="Consolas"/>
                <a:sym typeface="Consolas"/>
              </a:rPr>
              <a:t>word_database</a:t>
            </a:r>
            <a:r>
              <a:rPr lang="en-US" sz="1600" b="1" dirty="0">
                <a:solidFill>
                  <a:srgbClr val="000000"/>
                </a:solidFill>
                <a:highlight>
                  <a:srgbClr val="FFFFFF"/>
                </a:highlight>
                <a:ea typeface="Consolas"/>
                <a:sym typeface="Consolas"/>
              </a:rPr>
              <a:t>"</a:t>
            </a:r>
            <a:r>
              <a:rPr lang="en-US" sz="1600" dirty="0">
                <a:solidFill>
                  <a:srgbClr val="000000"/>
                </a:solidFill>
                <a:highlight>
                  <a:srgbClr val="FFFFFF"/>
                </a:highlight>
                <a:ea typeface="Consolas"/>
                <a:sym typeface="Consolas"/>
              </a:rPr>
              <a:t>)</a:t>
            </a:r>
          </a:p>
          <a:p>
            <a:pPr marL="1371600" lvl="0" indent="0" algn="l" rtl="0">
              <a:spcBef>
                <a:spcPts val="600"/>
              </a:spcBef>
              <a:spcAft>
                <a:spcPts val="600"/>
              </a:spcAft>
              <a:buClr>
                <a:schemeClr val="dk1"/>
              </a:buClr>
              <a:buSzPts val="1100"/>
              <a:buFont typeface="Arial"/>
              <a:buNone/>
            </a:pPr>
            <a:r>
              <a:rPr lang="en-US" sz="1600" dirty="0">
                <a:solidFill>
                  <a:srgbClr val="000000"/>
                </a:solidFill>
                <a:highlight>
                  <a:srgbClr val="FFFFFF"/>
                </a:highlight>
                <a:ea typeface="Consolas"/>
                <a:sym typeface="Consolas"/>
              </a:rPr>
              <a:t>.build();                </a:t>
            </a:r>
          </a:p>
          <a:p>
            <a:pPr marL="0" lvl="0" indent="0" algn="l" rtl="0">
              <a:spcBef>
                <a:spcPts val="600"/>
              </a:spcBef>
              <a:spcAft>
                <a:spcPts val="600"/>
              </a:spcAft>
              <a:buClr>
                <a:schemeClr val="dk1"/>
              </a:buClr>
              <a:buSzPts val="1100"/>
              <a:buFont typeface="Arial"/>
              <a:buNone/>
            </a:pPr>
            <a:r>
              <a:rPr lang="en-US" sz="1600" dirty="0">
                <a:solidFill>
                  <a:srgbClr val="000000"/>
                </a:solidFill>
                <a:highlight>
                  <a:srgbClr val="FFFFFF"/>
                </a:highlight>
                <a:ea typeface="Consolas"/>
                <a:sym typeface="Consolas"/>
              </a:rPr>
              <a:t>      }}}</a:t>
            </a:r>
          </a:p>
          <a:p>
            <a:pPr marL="0" lvl="0" indent="0" algn="l" rtl="0">
              <a:spcBef>
                <a:spcPts val="600"/>
              </a:spcBef>
              <a:spcAft>
                <a:spcPts val="600"/>
              </a:spcAft>
              <a:buClr>
                <a:schemeClr val="dk1"/>
              </a:buClr>
              <a:buSzPts val="1100"/>
              <a:buFont typeface="Arial"/>
              <a:buNone/>
            </a:pPr>
            <a:r>
              <a:rPr lang="en-US" sz="1600" dirty="0">
                <a:solidFill>
                  <a:srgbClr val="000000"/>
                </a:solidFill>
                <a:highlight>
                  <a:srgbClr val="FFFFFF"/>
                </a:highlight>
                <a:ea typeface="Consolas"/>
                <a:sym typeface="Consolas"/>
              </a:rPr>
              <a:t>  </a:t>
            </a:r>
            <a:r>
              <a:rPr lang="en-US" sz="1600" b="1" dirty="0">
                <a:solidFill>
                  <a:srgbClr val="000000"/>
                </a:solidFill>
                <a:highlight>
                  <a:srgbClr val="FFFFFF"/>
                </a:highlight>
                <a:ea typeface="Consolas"/>
                <a:sym typeface="Consolas"/>
              </a:rPr>
              <a:t>return </a:t>
            </a:r>
            <a:r>
              <a:rPr lang="en-US" sz="1600" i="1" dirty="0">
                <a:solidFill>
                  <a:srgbClr val="000000"/>
                </a:solidFill>
                <a:highlight>
                  <a:srgbClr val="FFFFFF"/>
                </a:highlight>
                <a:ea typeface="Consolas"/>
                <a:sym typeface="Consolas"/>
              </a:rPr>
              <a:t>INSTANCE</a:t>
            </a:r>
            <a:r>
              <a:rPr lang="en-US" sz="1600" dirty="0">
                <a:solidFill>
                  <a:srgbClr val="000000"/>
                </a:solidFill>
                <a:highlight>
                  <a:srgbClr val="FFFFFF"/>
                </a:highlight>
                <a:ea typeface="Consolas"/>
                <a:sym typeface="Consolas"/>
              </a:rPr>
              <a:t>;</a:t>
            </a:r>
          </a:p>
          <a:p>
            <a:pPr marL="114300" indent="0">
              <a:buNone/>
            </a:pPr>
            <a:endParaRPr lang="en-US" dirty="0"/>
          </a:p>
        </p:txBody>
      </p:sp>
    </p:spTree>
    <p:extLst>
      <p:ext uri="{BB962C8B-B14F-4D97-AF65-F5344CB8AC3E}">
        <p14:creationId xmlns:p14="http://schemas.microsoft.com/office/powerpoint/2010/main" val="13913930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EDE1D-E4B0-4020-A796-05AFB2369B2D}"/>
              </a:ext>
            </a:extLst>
          </p:cNvPr>
          <p:cNvSpPr>
            <a:spLocks noGrp="1"/>
          </p:cNvSpPr>
          <p:nvPr>
            <p:ph type="title"/>
          </p:nvPr>
        </p:nvSpPr>
        <p:spPr/>
        <p:txBody>
          <a:bodyPr/>
          <a:lstStyle/>
          <a:p>
            <a:r>
              <a:rPr lang="en-US" dirty="0"/>
              <a:t>Classwork</a:t>
            </a:r>
          </a:p>
        </p:txBody>
      </p:sp>
      <p:sp>
        <p:nvSpPr>
          <p:cNvPr id="3" name="Text Placeholder 2">
            <a:extLst>
              <a:ext uri="{FF2B5EF4-FFF2-40B4-BE49-F238E27FC236}">
                <a16:creationId xmlns:a16="http://schemas.microsoft.com/office/drawing/2014/main" id="{EE511C55-35F9-418C-BF16-C16A54BFCE1C}"/>
              </a:ext>
            </a:extLst>
          </p:cNvPr>
          <p:cNvSpPr>
            <a:spLocks noGrp="1"/>
          </p:cNvSpPr>
          <p:nvPr>
            <p:ph type="body" idx="1"/>
          </p:nvPr>
        </p:nvSpPr>
        <p:spPr/>
        <p:txBody>
          <a:bodyPr/>
          <a:lstStyle/>
          <a:p>
            <a:r>
              <a:rPr lang="en-US" b="0" dirty="0"/>
              <a:t>Create a database in </a:t>
            </a:r>
            <a:r>
              <a:rPr lang="en-US" b="0" dirty="0" err="1"/>
              <a:t>sqlite</a:t>
            </a:r>
            <a:r>
              <a:rPr lang="en-US" b="0" dirty="0"/>
              <a:t>, named “</a:t>
            </a:r>
            <a:r>
              <a:rPr lang="en-US" b="0" dirty="0" err="1"/>
              <a:t>goods.db</a:t>
            </a:r>
            <a:r>
              <a:rPr lang="en-US" b="0" dirty="0"/>
              <a:t>”</a:t>
            </a:r>
          </a:p>
          <a:p>
            <a:r>
              <a:rPr lang="en-US" b="0" dirty="0"/>
              <a:t>Create a table, named “product”</a:t>
            </a:r>
          </a:p>
          <a:p>
            <a:endParaRPr lang="en-US" b="0" dirty="0"/>
          </a:p>
          <a:p>
            <a:endParaRPr lang="en-US" b="0" dirty="0"/>
          </a:p>
          <a:p>
            <a:endParaRPr lang="en-US" b="0" dirty="0"/>
          </a:p>
          <a:p>
            <a:endParaRPr lang="en-US" b="0" dirty="0"/>
          </a:p>
          <a:p>
            <a:endParaRPr lang="en-US" b="0" dirty="0"/>
          </a:p>
          <a:p>
            <a:r>
              <a:rPr lang="en-US" b="0" dirty="0"/>
              <a:t>Load data into the </a:t>
            </a:r>
            <a:r>
              <a:rPr lang="en-US" b="0" dirty="0" err="1"/>
              <a:t>recyclerview</a:t>
            </a:r>
            <a:r>
              <a:rPr lang="en-US" b="0" dirty="0"/>
              <a:t> (slot 10) </a:t>
            </a:r>
          </a:p>
          <a:p>
            <a:r>
              <a:rPr lang="en-US" b="0" dirty="0"/>
              <a:t>Create Insert/Update/Delete function for Product screen</a:t>
            </a:r>
          </a:p>
          <a:p>
            <a:endParaRPr lang="en-US" b="0" dirty="0"/>
          </a:p>
        </p:txBody>
      </p:sp>
      <p:graphicFrame>
        <p:nvGraphicFramePr>
          <p:cNvPr id="4" name="Table 4">
            <a:extLst>
              <a:ext uri="{FF2B5EF4-FFF2-40B4-BE49-F238E27FC236}">
                <a16:creationId xmlns:a16="http://schemas.microsoft.com/office/drawing/2014/main" id="{120DCB5D-99E8-44DA-921B-284EA7367B10}"/>
              </a:ext>
            </a:extLst>
          </p:cNvPr>
          <p:cNvGraphicFramePr>
            <a:graphicFrameLocks noGrp="1"/>
          </p:cNvGraphicFramePr>
          <p:nvPr>
            <p:extLst>
              <p:ext uri="{D42A27DB-BD31-4B8C-83A1-F6EECF244321}">
                <p14:modId xmlns:p14="http://schemas.microsoft.com/office/powerpoint/2010/main" val="3409901583"/>
              </p:ext>
            </p:extLst>
          </p:nvPr>
        </p:nvGraphicFramePr>
        <p:xfrm>
          <a:off x="715616" y="2023994"/>
          <a:ext cx="7507356" cy="1483360"/>
        </p:xfrm>
        <a:graphic>
          <a:graphicData uri="http://schemas.openxmlformats.org/drawingml/2006/table">
            <a:tbl>
              <a:tblPr firstRow="1" bandRow="1">
                <a:tableStyleId>{5C22544A-7EE6-4342-B048-85BDC9FD1C3A}</a:tableStyleId>
              </a:tblPr>
              <a:tblGrid>
                <a:gridCol w="1046923">
                  <a:extLst>
                    <a:ext uri="{9D8B030D-6E8A-4147-A177-3AD203B41FA5}">
                      <a16:colId xmlns:a16="http://schemas.microsoft.com/office/drawing/2014/main" val="1260411027"/>
                    </a:ext>
                  </a:extLst>
                </a:gridCol>
                <a:gridCol w="1921565">
                  <a:extLst>
                    <a:ext uri="{9D8B030D-6E8A-4147-A177-3AD203B41FA5}">
                      <a16:colId xmlns:a16="http://schemas.microsoft.com/office/drawing/2014/main" val="2590000948"/>
                    </a:ext>
                  </a:extLst>
                </a:gridCol>
                <a:gridCol w="2662029">
                  <a:extLst>
                    <a:ext uri="{9D8B030D-6E8A-4147-A177-3AD203B41FA5}">
                      <a16:colId xmlns:a16="http://schemas.microsoft.com/office/drawing/2014/main" val="1016414772"/>
                    </a:ext>
                  </a:extLst>
                </a:gridCol>
                <a:gridCol w="1876839">
                  <a:extLst>
                    <a:ext uri="{9D8B030D-6E8A-4147-A177-3AD203B41FA5}">
                      <a16:colId xmlns:a16="http://schemas.microsoft.com/office/drawing/2014/main" val="3338711891"/>
                    </a:ext>
                  </a:extLst>
                </a:gridCol>
              </a:tblGrid>
              <a:tr h="370840">
                <a:tc>
                  <a:txBody>
                    <a:bodyPr/>
                    <a:lstStyle/>
                    <a:p>
                      <a:r>
                        <a:rPr lang="en-US" dirty="0"/>
                        <a:t>Id</a:t>
                      </a:r>
                    </a:p>
                  </a:txBody>
                  <a:tcPr/>
                </a:tc>
                <a:tc>
                  <a:txBody>
                    <a:bodyPr/>
                    <a:lstStyle/>
                    <a:p>
                      <a:r>
                        <a:rPr lang="en-US" dirty="0"/>
                        <a:t>ProductName</a:t>
                      </a:r>
                    </a:p>
                  </a:txBody>
                  <a:tcPr/>
                </a:tc>
                <a:tc>
                  <a:txBody>
                    <a:bodyPr/>
                    <a:lstStyle/>
                    <a:p>
                      <a:r>
                        <a:rPr lang="en-US" dirty="0"/>
                        <a:t>Product Description</a:t>
                      </a:r>
                    </a:p>
                  </a:txBody>
                  <a:tcPr/>
                </a:tc>
                <a:tc>
                  <a:txBody>
                    <a:bodyPr/>
                    <a:lstStyle/>
                    <a:p>
                      <a:r>
                        <a:rPr lang="en-US" dirty="0" err="1"/>
                        <a:t>ProductPrice</a:t>
                      </a:r>
                      <a:endParaRPr lang="en-US" dirty="0"/>
                    </a:p>
                  </a:txBody>
                  <a:tcPr/>
                </a:tc>
                <a:extLst>
                  <a:ext uri="{0D108BD9-81ED-4DB2-BD59-A6C34878D82A}">
                    <a16:rowId xmlns:a16="http://schemas.microsoft.com/office/drawing/2014/main" val="90191811"/>
                  </a:ext>
                </a:extLst>
              </a:tr>
              <a:tr h="370840">
                <a:tc>
                  <a:txBody>
                    <a:bodyPr/>
                    <a:lstStyle/>
                    <a:p>
                      <a:r>
                        <a:rPr lang="en-US" dirty="0"/>
                        <a:t>1</a:t>
                      </a:r>
                    </a:p>
                  </a:txBody>
                  <a:tcPr/>
                </a:tc>
                <a:tc>
                  <a:txBody>
                    <a:bodyPr/>
                    <a:lstStyle/>
                    <a:p>
                      <a:r>
                        <a:rPr lang="en-US" dirty="0"/>
                        <a:t>Laptop</a:t>
                      </a:r>
                    </a:p>
                  </a:txBody>
                  <a:tcPr/>
                </a:tc>
                <a:tc>
                  <a:txBody>
                    <a:bodyPr/>
                    <a:lstStyle/>
                    <a:p>
                      <a:r>
                        <a:rPr lang="en-US" dirty="0" err="1"/>
                        <a:t>Abc</a:t>
                      </a:r>
                      <a:r>
                        <a:rPr lang="en-US" dirty="0"/>
                        <a:t>…</a:t>
                      </a:r>
                    </a:p>
                  </a:txBody>
                  <a:tcPr/>
                </a:tc>
                <a:tc>
                  <a:txBody>
                    <a:bodyPr/>
                    <a:lstStyle/>
                    <a:p>
                      <a:r>
                        <a:rPr lang="en-US" dirty="0"/>
                        <a:t>20.000.000</a:t>
                      </a:r>
                    </a:p>
                  </a:txBody>
                  <a:tcPr/>
                </a:tc>
                <a:extLst>
                  <a:ext uri="{0D108BD9-81ED-4DB2-BD59-A6C34878D82A}">
                    <a16:rowId xmlns:a16="http://schemas.microsoft.com/office/drawing/2014/main" val="3695206802"/>
                  </a:ext>
                </a:extLst>
              </a:tr>
              <a:tr h="370840">
                <a:tc>
                  <a:txBody>
                    <a:bodyPr/>
                    <a:lstStyle/>
                    <a:p>
                      <a:r>
                        <a:rPr lang="en-US" dirty="0"/>
                        <a:t>2</a:t>
                      </a:r>
                    </a:p>
                  </a:txBody>
                  <a:tcPr/>
                </a:tc>
                <a:tc>
                  <a:txBody>
                    <a:bodyPr/>
                    <a:lstStyle/>
                    <a:p>
                      <a:r>
                        <a:rPr lang="en-US" dirty="0"/>
                        <a:t>Smartphone</a:t>
                      </a:r>
                    </a:p>
                  </a:txBody>
                  <a:tcPr/>
                </a:tc>
                <a:tc>
                  <a:txBody>
                    <a:bodyPr/>
                    <a:lstStyle/>
                    <a:p>
                      <a:r>
                        <a:rPr lang="en-US" dirty="0" err="1"/>
                        <a:t>Xyz</a:t>
                      </a:r>
                      <a:r>
                        <a:rPr lang="en-US" dirty="0"/>
                        <a:t>…</a:t>
                      </a:r>
                    </a:p>
                  </a:txBody>
                  <a:tcPr/>
                </a:tc>
                <a:tc>
                  <a:txBody>
                    <a:bodyPr/>
                    <a:lstStyle/>
                    <a:p>
                      <a:r>
                        <a:rPr lang="en-US" dirty="0"/>
                        <a:t>15.000.00</a:t>
                      </a:r>
                    </a:p>
                  </a:txBody>
                  <a:tcPr/>
                </a:tc>
                <a:extLst>
                  <a:ext uri="{0D108BD9-81ED-4DB2-BD59-A6C34878D82A}">
                    <a16:rowId xmlns:a16="http://schemas.microsoft.com/office/drawing/2014/main" val="4183857684"/>
                  </a:ext>
                </a:extLst>
              </a:tr>
              <a:tr h="370840">
                <a:tc>
                  <a:txBody>
                    <a:bodyPr/>
                    <a:lstStyle/>
                    <a:p>
                      <a:r>
                        <a:rPr lang="en-US" dirty="0"/>
                        <a:t>3</a:t>
                      </a:r>
                    </a:p>
                  </a:txBody>
                  <a:tcPr/>
                </a:tc>
                <a:tc>
                  <a:txBody>
                    <a:bodyPr/>
                    <a:lstStyle/>
                    <a:p>
                      <a:r>
                        <a:rPr lang="en-US" dirty="0"/>
                        <a:t>Headphone</a:t>
                      </a:r>
                    </a:p>
                  </a:txBody>
                  <a:tcPr/>
                </a:tc>
                <a:tc>
                  <a:txBody>
                    <a:bodyPr/>
                    <a:lstStyle/>
                    <a:p>
                      <a:r>
                        <a:rPr lang="en-US" dirty="0" err="1"/>
                        <a:t>Kzz</a:t>
                      </a:r>
                      <a:r>
                        <a:rPr lang="en-US" dirty="0"/>
                        <a:t>…</a:t>
                      </a:r>
                    </a:p>
                  </a:txBody>
                  <a:tcPr/>
                </a:tc>
                <a:tc>
                  <a:txBody>
                    <a:bodyPr/>
                    <a:lstStyle/>
                    <a:p>
                      <a:r>
                        <a:rPr lang="en-US" dirty="0"/>
                        <a:t>1000.000</a:t>
                      </a:r>
                    </a:p>
                  </a:txBody>
                  <a:tcPr/>
                </a:tc>
                <a:extLst>
                  <a:ext uri="{0D108BD9-81ED-4DB2-BD59-A6C34878D82A}">
                    <a16:rowId xmlns:a16="http://schemas.microsoft.com/office/drawing/2014/main" val="2946370556"/>
                  </a:ext>
                </a:extLst>
              </a:tr>
            </a:tbl>
          </a:graphicData>
        </a:graphic>
      </p:graphicFrame>
    </p:spTree>
    <p:extLst>
      <p:ext uri="{BB962C8B-B14F-4D97-AF65-F5344CB8AC3E}">
        <p14:creationId xmlns:p14="http://schemas.microsoft.com/office/powerpoint/2010/main" val="15273236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9E0C-C0AF-465A-AF31-E51CCC73CD51}"/>
              </a:ext>
            </a:extLst>
          </p:cNvPr>
          <p:cNvSpPr>
            <a:spLocks noGrp="1"/>
          </p:cNvSpPr>
          <p:nvPr>
            <p:ph type="title"/>
          </p:nvPr>
        </p:nvSpPr>
        <p:spPr/>
        <p:txBody>
          <a:bodyPr/>
          <a:lstStyle/>
          <a:p>
            <a:r>
              <a:rPr lang="en-US" dirty="0"/>
              <a:t>References</a:t>
            </a:r>
          </a:p>
        </p:txBody>
      </p:sp>
      <p:sp>
        <p:nvSpPr>
          <p:cNvPr id="3" name="Text Placeholder 2">
            <a:extLst>
              <a:ext uri="{FF2B5EF4-FFF2-40B4-BE49-F238E27FC236}">
                <a16:creationId xmlns:a16="http://schemas.microsoft.com/office/drawing/2014/main" id="{ED633903-65DA-4B4B-8BA3-A03A410F7CE6}"/>
              </a:ext>
            </a:extLst>
          </p:cNvPr>
          <p:cNvSpPr>
            <a:spLocks noGrp="1"/>
          </p:cNvSpPr>
          <p:nvPr>
            <p:ph type="body" idx="1"/>
          </p:nvPr>
        </p:nvSpPr>
        <p:spPr/>
        <p:txBody>
          <a:bodyPr/>
          <a:lstStyle/>
          <a:p>
            <a:r>
              <a:rPr lang="en-US" dirty="0">
                <a:hlinkClick r:id="rId2"/>
              </a:rPr>
              <a:t>https://developer.android.com/codelabs/android-room-with-a-view#0</a:t>
            </a:r>
            <a:endParaRPr lang="en-US" dirty="0"/>
          </a:p>
          <a:p>
            <a:r>
              <a:rPr lang="en-US" dirty="0">
                <a:hlinkClick r:id="rId3"/>
              </a:rPr>
              <a:t>https://google-developer-training.github.io/android-developer-fundamentals-course-concepts-v2/</a:t>
            </a:r>
            <a:endParaRPr lang="en-US" dirty="0"/>
          </a:p>
          <a:p>
            <a:endParaRPr lang="en-US" dirty="0"/>
          </a:p>
          <a:p>
            <a:endParaRPr lang="en-US" dirty="0"/>
          </a:p>
        </p:txBody>
      </p:sp>
    </p:spTree>
    <p:extLst>
      <p:ext uri="{BB962C8B-B14F-4D97-AF65-F5344CB8AC3E}">
        <p14:creationId xmlns:p14="http://schemas.microsoft.com/office/powerpoint/2010/main" val="1657824572"/>
      </p:ext>
    </p:extLst>
  </p:cSld>
  <p:clrMapOvr>
    <a:masterClrMapping/>
  </p:clrMapOvr>
</p:sld>
</file>

<file path=ppt/theme/theme1.xml><?xml version="1.0" encoding="utf-8"?>
<a:theme xmlns:a="http://schemas.openxmlformats.org/drawingml/2006/main" name="2_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2. AndroidStructure" id="{C38918FD-31D2-4B51-A8B7-4A0EE41EC165}" vid="{6FFE7F4F-7E43-4C24-8C1D-EFA39DB96C43}"/>
    </a:ext>
  </a:extLst>
</a:theme>
</file>

<file path=ppt/theme/theme2.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2. AndroidStructure" id="{C38918FD-31D2-4B51-A8B7-4A0EE41EC165}" vid="{EF869649-281C-40A9-8AC9-A1A2B66CECBC}"/>
    </a:ext>
  </a:extLst>
</a:theme>
</file>

<file path=ppt/theme/theme3.xml><?xml version="1.0" encoding="utf-8"?>
<a:theme xmlns:a="http://schemas.openxmlformats.org/drawingml/2006/main" name="1_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2. AndroidStructure" id="{C38918FD-31D2-4B51-A8B7-4A0EE41EC165}" vid="{3942A3B0-E6F7-499B-90EA-0D4880C816DB}"/>
    </a:ext>
  </a:ext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1183</TotalTime>
  <Words>2059</Words>
  <Application>Microsoft Office PowerPoint</Application>
  <PresentationFormat>On-screen Show (16:9)</PresentationFormat>
  <Paragraphs>339</Paragraphs>
  <Slides>47</Slides>
  <Notes>14</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47</vt:i4>
      </vt:variant>
    </vt:vector>
  </HeadingPairs>
  <TitlesOfParts>
    <vt:vector size="59" baseType="lpstr">
      <vt:lpstr>Arial</vt:lpstr>
      <vt:lpstr>Consolas</vt:lpstr>
      <vt:lpstr>inter-bold</vt:lpstr>
      <vt:lpstr>inter-regular</vt:lpstr>
      <vt:lpstr>Myriad Pro</vt:lpstr>
      <vt:lpstr>Roboto</vt:lpstr>
      <vt:lpstr>Tahoma</vt:lpstr>
      <vt:lpstr>Times New Roman</vt:lpstr>
      <vt:lpstr>Times New Roman</vt:lpstr>
      <vt:lpstr>2_Theme1</vt:lpstr>
      <vt:lpstr>Theme1</vt:lpstr>
      <vt:lpstr>1_Theme1</vt:lpstr>
      <vt:lpstr>Data Storage</vt:lpstr>
      <vt:lpstr>Contents</vt:lpstr>
      <vt:lpstr>Shared Preferences</vt:lpstr>
      <vt:lpstr>Shared Preferences </vt:lpstr>
      <vt:lpstr>Shared Preferences</vt:lpstr>
      <vt:lpstr>Shared Preferences</vt:lpstr>
      <vt:lpstr>File Storage</vt:lpstr>
      <vt:lpstr>File Storage</vt:lpstr>
      <vt:lpstr>File Storage</vt:lpstr>
      <vt:lpstr>File Storage</vt:lpstr>
      <vt:lpstr>Using Internal Storage</vt:lpstr>
      <vt:lpstr>Using Internal Storage – Example 1</vt:lpstr>
      <vt:lpstr>Using Internal Storage – Example 2</vt:lpstr>
      <vt:lpstr>Using External Storage</vt:lpstr>
      <vt:lpstr>External Storage – Example</vt:lpstr>
      <vt:lpstr>External Storage - Checking if storage is available</vt:lpstr>
      <vt:lpstr>Assignment</vt:lpstr>
      <vt:lpstr>Sqlite database</vt:lpstr>
      <vt:lpstr>Sqlite database</vt:lpstr>
      <vt:lpstr>SQL basic operations </vt:lpstr>
      <vt:lpstr>SQL Query </vt:lpstr>
      <vt:lpstr>SELECT columns FROM table</vt:lpstr>
      <vt:lpstr>WHERE column="value"</vt:lpstr>
      <vt:lpstr>AND, ORDER BY, LIMIT</vt:lpstr>
      <vt:lpstr>Sample queries</vt:lpstr>
      <vt:lpstr>More sample queries</vt:lpstr>
      <vt:lpstr>Last sample query</vt:lpstr>
      <vt:lpstr>rawQuery() </vt:lpstr>
      <vt:lpstr>query() </vt:lpstr>
      <vt:lpstr>Cursors </vt:lpstr>
      <vt:lpstr>Using sqlite</vt:lpstr>
      <vt:lpstr>Using sqlite</vt:lpstr>
      <vt:lpstr>Using sqlite</vt:lpstr>
      <vt:lpstr>Using sqlite</vt:lpstr>
      <vt:lpstr>Using sqlite</vt:lpstr>
      <vt:lpstr>Room database</vt:lpstr>
      <vt:lpstr>Room database</vt:lpstr>
      <vt:lpstr>Using Room database</vt:lpstr>
      <vt:lpstr>Using Room database</vt:lpstr>
      <vt:lpstr>Using Room database</vt:lpstr>
      <vt:lpstr>Using Room database</vt:lpstr>
      <vt:lpstr>Using Room database</vt:lpstr>
      <vt:lpstr>Using Room database</vt:lpstr>
      <vt:lpstr>Using Room database</vt:lpstr>
      <vt:lpstr>Room database creation example</vt:lpstr>
      <vt:lpstr>Classwork</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Activity</dc:title>
  <cp:lastModifiedBy>Phan Tien Manh</cp:lastModifiedBy>
  <cp:revision>231</cp:revision>
  <dcterms:modified xsi:type="dcterms:W3CDTF">2025-11-13T16:39:35Z</dcterms:modified>
</cp:coreProperties>
</file>